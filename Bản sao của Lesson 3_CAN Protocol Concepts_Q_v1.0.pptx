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R4HGL1yDVk/2pBFxWKQhK2gl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19" Type="http://schemas.openxmlformats.org/officeDocument/2006/relationships/font" Target="fonts/QuattrocentoSans-boldItalic.fntdata"/><Relationship Id="rId18" Type="http://schemas.openxmlformats.org/officeDocument/2006/relationships/font" Target="fonts/Quattrocento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1) Xin chao moi nguoi, cam on moi nguoi da tham gia vao khoa hoc FuSa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Buoi hom nay la ve phan session 1, overview ve FuSa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2) Truoc em cung gui tai lieu ve FuSa, anh chi em thay the nao.</a:t>
            </a:r>
            <a:br>
              <a:rPr lang="en-US"/>
            </a:br>
            <a:r>
              <a:rPr lang="en-US"/>
              <a:t>Tai lieu co de hieu khong ah, cam giac FuSa co de khong ah.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3) Em xin phep buoi nay nhu chia se kien thuc, kinh Nghiem ve FuSa.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 anh chi em da co kinh Nghiem lau nam, nen neu co gi khiem khuyet xin cac anh chi em dai xa cho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7" name="Google Shape;110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3" name="Google Shape;1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9" name="Google Shape;1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3" name="Google Shape;1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b96f46ec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0" name="Google Shape;1140;g2b96f46ec0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b96f46ec0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7" name="Google Shape;1147;g2b96f46ec0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b96f46ec0b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4" name="Google Shape;1154;g2b96f46ec0b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b96f46ec0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2b96f46ec0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8" name="Google Shape;1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5" name="Google Shape;1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60" y="1"/>
            <a:ext cx="94835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-40" y="-3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8000">
                <a:schemeClr val="lt1"/>
              </a:gs>
              <a:gs pos="100000">
                <a:schemeClr val="l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-20" y="-1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A close up of a logo&#10;&#10;Description generated with high confidence" id="308" name="Google Shape;3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254481" y="0"/>
            <a:ext cx="593751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>
            <p:ph type="ctrTitle"/>
          </p:nvPr>
        </p:nvSpPr>
        <p:spPr>
          <a:xfrm>
            <a:off x="583200" y="3250800"/>
            <a:ext cx="7725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 sz="3200">
                <a:solidFill>
                  <a:srgbClr val="02067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9"/>
          <p:cNvSpPr txBox="1"/>
          <p:nvPr>
            <p:ph idx="1" type="subTitle"/>
          </p:nvPr>
        </p:nvSpPr>
        <p:spPr>
          <a:xfrm>
            <a:off x="547200" y="4248000"/>
            <a:ext cx="6519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400"/>
              <a:buNone/>
              <a:defRPr sz="2400">
                <a:solidFill>
                  <a:srgbClr val="02067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C:\Users\HaLT15\Desktop\FPT Software Doc.png" id="311" name="Google Shape;3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459" y="2211768"/>
            <a:ext cx="1391941" cy="881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9"/>
          <p:cNvCxnSpPr/>
          <p:nvPr/>
        </p:nvCxnSpPr>
        <p:spPr>
          <a:xfrm>
            <a:off x="609985" y="4125108"/>
            <a:ext cx="5488951" cy="0"/>
          </a:xfrm>
          <a:prstGeom prst="straightConnector1">
            <a:avLst/>
          </a:prstGeom>
          <a:noFill/>
          <a:ln cap="flat" cmpd="sng" w="22225">
            <a:solidFill>
              <a:srgbClr val="01067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3" name="Google Shape;313;p9"/>
          <p:cNvSpPr txBox="1"/>
          <p:nvPr/>
        </p:nvSpPr>
        <p:spPr>
          <a:xfrm>
            <a:off x="-20" y="5148590"/>
            <a:ext cx="3429020" cy="246221"/>
          </a:xfrm>
          <a:prstGeom prst="rect">
            <a:avLst/>
          </a:prstGeom>
          <a:solidFill>
            <a:srgbClr val="36365C"/>
          </a:soli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0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10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0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白紙" showMasterSp="0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11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>
  <p:cSld name="セクション見出し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4" name="Google Shape;324;p12"/>
          <p:cNvSpPr txBox="1"/>
          <p:nvPr>
            <p:ph type="title"/>
          </p:nvPr>
        </p:nvSpPr>
        <p:spPr>
          <a:xfrm>
            <a:off x="1857600" y="3110400"/>
            <a:ext cx="7725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12"/>
          <p:cNvSpPr txBox="1"/>
          <p:nvPr>
            <p:ph idx="1" type="body"/>
          </p:nvPr>
        </p:nvSpPr>
        <p:spPr>
          <a:xfrm>
            <a:off x="1872000" y="3830400"/>
            <a:ext cx="7725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400"/>
              <a:buNone/>
              <a:defRPr sz="2400">
                <a:solidFill>
                  <a:srgbClr val="020673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6" name="Google Shape;326;p12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12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8" name="Google Shape;328;p12"/>
          <p:cNvGrpSpPr/>
          <p:nvPr/>
        </p:nvGrpSpPr>
        <p:grpSpPr>
          <a:xfrm>
            <a:off x="1884903" y="20257"/>
            <a:ext cx="1139511" cy="3049143"/>
            <a:chOff x="1884903" y="20257"/>
            <a:chExt cx="1139511" cy="3049143"/>
          </a:xfrm>
        </p:grpSpPr>
        <p:grpSp>
          <p:nvGrpSpPr>
            <p:cNvPr id="329" name="Google Shape;329;p12"/>
            <p:cNvGrpSpPr/>
            <p:nvPr/>
          </p:nvGrpSpPr>
          <p:grpSpPr>
            <a:xfrm rot="5400000">
              <a:off x="813834" y="1091326"/>
              <a:ext cx="3049143" cy="907005"/>
              <a:chOff x="2138839" y="2257901"/>
              <a:chExt cx="7957185" cy="2366962"/>
            </a:xfrm>
          </p:grpSpPr>
          <p:sp>
            <p:nvSpPr>
              <p:cNvPr id="330" name="Google Shape;330;p12"/>
              <p:cNvSpPr/>
              <p:nvPr/>
            </p:nvSpPr>
            <p:spPr>
              <a:xfrm>
                <a:off x="10086499" y="232171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1" name="Google Shape;331;p12"/>
              <p:cNvSpPr/>
              <p:nvPr/>
            </p:nvSpPr>
            <p:spPr>
              <a:xfrm>
                <a:off x="10086499" y="252364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2" name="Google Shape;332;p12"/>
              <p:cNvSpPr/>
              <p:nvPr/>
            </p:nvSpPr>
            <p:spPr>
              <a:xfrm>
                <a:off x="10086499" y="272557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3" name="Google Shape;333;p12"/>
              <p:cNvSpPr/>
              <p:nvPr/>
            </p:nvSpPr>
            <p:spPr>
              <a:xfrm>
                <a:off x="10086499" y="292846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4" name="Google Shape;334;p12"/>
              <p:cNvSpPr/>
              <p:nvPr/>
            </p:nvSpPr>
            <p:spPr>
              <a:xfrm>
                <a:off x="10086499" y="313039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5" name="Google Shape;335;p12"/>
              <p:cNvSpPr/>
              <p:nvPr/>
            </p:nvSpPr>
            <p:spPr>
              <a:xfrm>
                <a:off x="10086499" y="333232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6" name="Google Shape;336;p12"/>
              <p:cNvSpPr/>
              <p:nvPr/>
            </p:nvSpPr>
            <p:spPr>
              <a:xfrm>
                <a:off x="10086499" y="353425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10086499" y="3737133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8" name="Google Shape;338;p12"/>
              <p:cNvSpPr/>
              <p:nvPr/>
            </p:nvSpPr>
            <p:spPr>
              <a:xfrm>
                <a:off x="10086499" y="3939063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39" name="Google Shape;339;p12"/>
              <p:cNvSpPr/>
              <p:nvPr/>
            </p:nvSpPr>
            <p:spPr>
              <a:xfrm>
                <a:off x="10086499" y="4140993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0" name="Google Shape;340;p12"/>
              <p:cNvSpPr/>
              <p:nvPr/>
            </p:nvSpPr>
            <p:spPr>
              <a:xfrm>
                <a:off x="10086499" y="4342923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1" name="Google Shape;341;p12"/>
              <p:cNvSpPr/>
              <p:nvPr/>
            </p:nvSpPr>
            <p:spPr>
              <a:xfrm>
                <a:off x="10086499" y="4545806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2" name="Google Shape;342;p12"/>
              <p:cNvSpPr/>
              <p:nvPr/>
            </p:nvSpPr>
            <p:spPr>
              <a:xfrm>
                <a:off x="9883616" y="2320766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3" name="Google Shape;343;p12"/>
              <p:cNvSpPr/>
              <p:nvPr/>
            </p:nvSpPr>
            <p:spPr>
              <a:xfrm>
                <a:off x="9883616" y="2522696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4" name="Google Shape;344;p12"/>
              <p:cNvSpPr/>
              <p:nvPr/>
            </p:nvSpPr>
            <p:spPr>
              <a:xfrm>
                <a:off x="9883616" y="2724626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5" name="Google Shape;345;p12"/>
              <p:cNvSpPr/>
              <p:nvPr/>
            </p:nvSpPr>
            <p:spPr>
              <a:xfrm>
                <a:off x="9883616" y="292750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6" name="Google Shape;346;p12"/>
              <p:cNvSpPr/>
              <p:nvPr/>
            </p:nvSpPr>
            <p:spPr>
              <a:xfrm>
                <a:off x="9883616" y="312943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7" name="Google Shape;347;p12"/>
              <p:cNvSpPr/>
              <p:nvPr/>
            </p:nvSpPr>
            <p:spPr>
              <a:xfrm>
                <a:off x="9883616" y="333136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8" name="Google Shape;348;p12"/>
              <p:cNvSpPr/>
              <p:nvPr/>
            </p:nvSpPr>
            <p:spPr>
              <a:xfrm>
                <a:off x="9883616" y="3533298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49" name="Google Shape;349;p12"/>
              <p:cNvSpPr/>
              <p:nvPr/>
            </p:nvSpPr>
            <p:spPr>
              <a:xfrm>
                <a:off x="9883616" y="373618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0" name="Google Shape;350;p12"/>
              <p:cNvSpPr/>
              <p:nvPr/>
            </p:nvSpPr>
            <p:spPr>
              <a:xfrm>
                <a:off x="9883616" y="393811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1" name="Google Shape;351;p12"/>
              <p:cNvSpPr/>
              <p:nvPr/>
            </p:nvSpPr>
            <p:spPr>
              <a:xfrm>
                <a:off x="9883616" y="414004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7144" y="9049"/>
                    </a:moveTo>
                    <a:cubicBezTo>
                      <a:pt x="7144" y="10001"/>
                      <a:pt x="8096" y="10954"/>
                      <a:pt x="9048" y="10954"/>
                    </a:cubicBezTo>
                    <a:cubicBezTo>
                      <a:pt x="10001" y="10954"/>
                      <a:pt x="10953" y="10001"/>
                      <a:pt x="10953" y="9049"/>
                    </a:cubicBezTo>
                    <a:cubicBezTo>
                      <a:pt x="10953" y="8096"/>
                      <a:pt x="10001" y="7144"/>
                      <a:pt x="9048" y="7144"/>
                    </a:cubicBezTo>
                    <a:cubicBezTo>
                      <a:pt x="8096" y="7144"/>
                      <a:pt x="7144" y="8096"/>
                      <a:pt x="714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2" name="Google Shape;352;p12"/>
              <p:cNvSpPr/>
              <p:nvPr/>
            </p:nvSpPr>
            <p:spPr>
              <a:xfrm>
                <a:off x="9883616" y="4341971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3" name="Google Shape;353;p12"/>
              <p:cNvSpPr/>
              <p:nvPr/>
            </p:nvSpPr>
            <p:spPr>
              <a:xfrm>
                <a:off x="9883616" y="4544853"/>
                <a:ext cx="9525" cy="9525"/>
              </a:xfrm>
              <a:custGeom>
                <a:rect b="b" l="l" r="r" t="t"/>
                <a:pathLst>
                  <a:path extrusionOk="0" h="9525" w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4" name="Google Shape;354;p12"/>
              <p:cNvSpPr/>
              <p:nvPr/>
            </p:nvSpPr>
            <p:spPr>
              <a:xfrm>
                <a:off x="9679781" y="231886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5" name="Google Shape;355;p12"/>
              <p:cNvSpPr/>
              <p:nvPr/>
            </p:nvSpPr>
            <p:spPr>
              <a:xfrm>
                <a:off x="9679781" y="252079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9679781" y="272272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9679781" y="292655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7144" y="10001"/>
                    </a:moveTo>
                    <a:cubicBezTo>
                      <a:pt x="7144" y="11906"/>
                      <a:pt x="9049" y="13811"/>
                      <a:pt x="10954" y="13811"/>
                    </a:cubicBezTo>
                    <a:cubicBezTo>
                      <a:pt x="12859" y="13811"/>
                      <a:pt x="14764" y="11906"/>
                      <a:pt x="14764" y="10001"/>
                    </a:cubicBezTo>
                    <a:cubicBezTo>
                      <a:pt x="14764" y="8096"/>
                      <a:pt x="12859" y="7144"/>
                      <a:pt x="10954" y="7144"/>
                    </a:cubicBezTo>
                    <a:cubicBezTo>
                      <a:pt x="9049" y="7144"/>
                      <a:pt x="7144" y="8096"/>
                      <a:pt x="7144" y="1000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8" name="Google Shape;358;p12"/>
              <p:cNvSpPr/>
              <p:nvPr/>
            </p:nvSpPr>
            <p:spPr>
              <a:xfrm>
                <a:off x="9679781" y="312753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59" name="Google Shape;359;p12"/>
              <p:cNvSpPr/>
              <p:nvPr/>
            </p:nvSpPr>
            <p:spPr>
              <a:xfrm>
                <a:off x="9679781" y="332946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0" name="Google Shape;360;p12"/>
              <p:cNvSpPr/>
              <p:nvPr/>
            </p:nvSpPr>
            <p:spPr>
              <a:xfrm>
                <a:off x="9679781" y="353139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1" name="Google Shape;361;p12"/>
              <p:cNvSpPr/>
              <p:nvPr/>
            </p:nvSpPr>
            <p:spPr>
              <a:xfrm>
                <a:off x="9679781" y="373427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2" name="Google Shape;362;p12"/>
              <p:cNvSpPr/>
              <p:nvPr/>
            </p:nvSpPr>
            <p:spPr>
              <a:xfrm>
                <a:off x="9679781" y="393620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3" name="Google Shape;363;p12"/>
              <p:cNvSpPr/>
              <p:nvPr/>
            </p:nvSpPr>
            <p:spPr>
              <a:xfrm>
                <a:off x="9679781" y="413813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4" name="Google Shape;364;p12"/>
              <p:cNvSpPr/>
              <p:nvPr/>
            </p:nvSpPr>
            <p:spPr>
              <a:xfrm>
                <a:off x="9679781" y="434006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5" name="Google Shape;365;p12"/>
              <p:cNvSpPr/>
              <p:nvPr/>
            </p:nvSpPr>
            <p:spPr>
              <a:xfrm>
                <a:off x="9679781" y="454294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6" name="Google Shape;366;p12"/>
              <p:cNvSpPr/>
              <p:nvPr/>
            </p:nvSpPr>
            <p:spPr>
              <a:xfrm>
                <a:off x="9476899" y="231790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7" name="Google Shape;367;p12"/>
              <p:cNvSpPr/>
              <p:nvPr/>
            </p:nvSpPr>
            <p:spPr>
              <a:xfrm>
                <a:off x="9476899" y="251983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8" name="Google Shape;368;p12"/>
              <p:cNvSpPr/>
              <p:nvPr/>
            </p:nvSpPr>
            <p:spPr>
              <a:xfrm>
                <a:off x="9476899" y="272176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69" name="Google Shape;369;p12"/>
              <p:cNvSpPr/>
              <p:nvPr/>
            </p:nvSpPr>
            <p:spPr>
              <a:xfrm>
                <a:off x="9476899" y="292465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0" name="Google Shape;370;p12"/>
              <p:cNvSpPr/>
              <p:nvPr/>
            </p:nvSpPr>
            <p:spPr>
              <a:xfrm>
                <a:off x="9476899" y="312658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1" name="Google Shape;371;p12"/>
              <p:cNvSpPr/>
              <p:nvPr/>
            </p:nvSpPr>
            <p:spPr>
              <a:xfrm>
                <a:off x="9476899" y="332851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2" name="Google Shape;372;p12"/>
              <p:cNvSpPr/>
              <p:nvPr/>
            </p:nvSpPr>
            <p:spPr>
              <a:xfrm>
                <a:off x="9476899" y="353044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3" name="Google Shape;373;p12"/>
              <p:cNvSpPr/>
              <p:nvPr/>
            </p:nvSpPr>
            <p:spPr>
              <a:xfrm>
                <a:off x="9476899" y="373332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4" name="Google Shape;374;p12"/>
              <p:cNvSpPr/>
              <p:nvPr/>
            </p:nvSpPr>
            <p:spPr>
              <a:xfrm>
                <a:off x="9476899" y="393525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5" name="Google Shape;375;p12"/>
              <p:cNvSpPr/>
              <p:nvPr/>
            </p:nvSpPr>
            <p:spPr>
              <a:xfrm>
                <a:off x="9476899" y="413718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6" name="Google Shape;376;p12"/>
              <p:cNvSpPr/>
              <p:nvPr/>
            </p:nvSpPr>
            <p:spPr>
              <a:xfrm>
                <a:off x="9476899" y="433911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7" name="Google Shape;377;p12"/>
              <p:cNvSpPr/>
              <p:nvPr/>
            </p:nvSpPr>
            <p:spPr>
              <a:xfrm>
                <a:off x="9476899" y="454199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8" name="Google Shape;378;p12"/>
              <p:cNvSpPr/>
              <p:nvPr/>
            </p:nvSpPr>
            <p:spPr>
              <a:xfrm>
                <a:off x="9272111" y="231600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79" name="Google Shape;379;p12"/>
              <p:cNvSpPr/>
              <p:nvPr/>
            </p:nvSpPr>
            <p:spPr>
              <a:xfrm>
                <a:off x="9272111" y="251793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0" name="Google Shape;380;p12"/>
              <p:cNvSpPr/>
              <p:nvPr/>
            </p:nvSpPr>
            <p:spPr>
              <a:xfrm>
                <a:off x="9272111" y="2719863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1" name="Google Shape;381;p12"/>
              <p:cNvSpPr/>
              <p:nvPr/>
            </p:nvSpPr>
            <p:spPr>
              <a:xfrm>
                <a:off x="9272111" y="292274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2" name="Google Shape;382;p12"/>
              <p:cNvSpPr/>
              <p:nvPr/>
            </p:nvSpPr>
            <p:spPr>
              <a:xfrm>
                <a:off x="9272111" y="312467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3" name="Google Shape;383;p12"/>
              <p:cNvSpPr/>
              <p:nvPr/>
            </p:nvSpPr>
            <p:spPr>
              <a:xfrm>
                <a:off x="9272111" y="332660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4" name="Google Shape;384;p12"/>
              <p:cNvSpPr/>
              <p:nvPr/>
            </p:nvSpPr>
            <p:spPr>
              <a:xfrm>
                <a:off x="9272111" y="3528536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5" name="Google Shape;385;p12"/>
              <p:cNvSpPr/>
              <p:nvPr/>
            </p:nvSpPr>
            <p:spPr>
              <a:xfrm>
                <a:off x="9272111" y="373141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6" name="Google Shape;386;p12"/>
              <p:cNvSpPr/>
              <p:nvPr/>
            </p:nvSpPr>
            <p:spPr>
              <a:xfrm>
                <a:off x="9272111" y="393334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7" name="Google Shape;387;p12"/>
              <p:cNvSpPr/>
              <p:nvPr/>
            </p:nvSpPr>
            <p:spPr>
              <a:xfrm>
                <a:off x="9272111" y="413527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8" name="Google Shape;388;p12"/>
              <p:cNvSpPr/>
              <p:nvPr/>
            </p:nvSpPr>
            <p:spPr>
              <a:xfrm>
                <a:off x="9272111" y="4337208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3"/>
                      <a:pt x="17493" y="20479"/>
                      <a:pt x="13811" y="20479"/>
                    </a:cubicBezTo>
                    <a:cubicBezTo>
                      <a:pt x="10129" y="20479"/>
                      <a:pt x="7143" y="17493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89" name="Google Shape;389;p12"/>
              <p:cNvSpPr/>
              <p:nvPr/>
            </p:nvSpPr>
            <p:spPr>
              <a:xfrm>
                <a:off x="9272111" y="4540091"/>
                <a:ext cx="19050" cy="19050"/>
              </a:xfrm>
              <a:custGeom>
                <a:rect b="b" l="l" r="r" t="t"/>
                <a:pathLst>
                  <a:path extrusionOk="0" h="19050" w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0" name="Google Shape;390;p12"/>
              <p:cNvSpPr/>
              <p:nvPr/>
            </p:nvSpPr>
            <p:spPr>
              <a:xfrm>
                <a:off x="9068276" y="231409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1" name="Google Shape;391;p12"/>
              <p:cNvSpPr/>
              <p:nvPr/>
            </p:nvSpPr>
            <p:spPr>
              <a:xfrm>
                <a:off x="9068276" y="251602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2" name="Google Shape;392;p12"/>
              <p:cNvSpPr/>
              <p:nvPr/>
            </p:nvSpPr>
            <p:spPr>
              <a:xfrm>
                <a:off x="9068276" y="271795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3" name="Google Shape;393;p12"/>
              <p:cNvSpPr/>
              <p:nvPr/>
            </p:nvSpPr>
            <p:spPr>
              <a:xfrm>
                <a:off x="9068276" y="292084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4" name="Google Shape;394;p12"/>
              <p:cNvSpPr/>
              <p:nvPr/>
            </p:nvSpPr>
            <p:spPr>
              <a:xfrm>
                <a:off x="9068276" y="312277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5" name="Google Shape;395;p12"/>
              <p:cNvSpPr/>
              <p:nvPr/>
            </p:nvSpPr>
            <p:spPr>
              <a:xfrm>
                <a:off x="9068276" y="332470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6" name="Google Shape;396;p12"/>
              <p:cNvSpPr/>
              <p:nvPr/>
            </p:nvSpPr>
            <p:spPr>
              <a:xfrm>
                <a:off x="9068276" y="352663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7" name="Google Shape;397;p12"/>
              <p:cNvSpPr/>
              <p:nvPr/>
            </p:nvSpPr>
            <p:spPr>
              <a:xfrm>
                <a:off x="9068276" y="372951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8" name="Google Shape;398;p12"/>
              <p:cNvSpPr/>
              <p:nvPr/>
            </p:nvSpPr>
            <p:spPr>
              <a:xfrm>
                <a:off x="9068276" y="393144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399" name="Google Shape;399;p12"/>
              <p:cNvSpPr/>
              <p:nvPr/>
            </p:nvSpPr>
            <p:spPr>
              <a:xfrm>
                <a:off x="9068276" y="413337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0" name="Google Shape;400;p12"/>
              <p:cNvSpPr/>
              <p:nvPr/>
            </p:nvSpPr>
            <p:spPr>
              <a:xfrm>
                <a:off x="9068276" y="433530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1" name="Google Shape;401;p12"/>
              <p:cNvSpPr/>
              <p:nvPr/>
            </p:nvSpPr>
            <p:spPr>
              <a:xfrm>
                <a:off x="9068276" y="453818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2" name="Google Shape;402;p12"/>
              <p:cNvSpPr/>
              <p:nvPr/>
            </p:nvSpPr>
            <p:spPr>
              <a:xfrm>
                <a:off x="8864441" y="231219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3" name="Google Shape;403;p12"/>
              <p:cNvSpPr/>
              <p:nvPr/>
            </p:nvSpPr>
            <p:spPr>
              <a:xfrm>
                <a:off x="8864441" y="251412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4" name="Google Shape;404;p12"/>
              <p:cNvSpPr/>
              <p:nvPr/>
            </p:nvSpPr>
            <p:spPr>
              <a:xfrm>
                <a:off x="8864441" y="271605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5" name="Google Shape;405;p12"/>
              <p:cNvSpPr/>
              <p:nvPr/>
            </p:nvSpPr>
            <p:spPr>
              <a:xfrm>
                <a:off x="8864441" y="291893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6" name="Google Shape;406;p12"/>
              <p:cNvSpPr/>
              <p:nvPr/>
            </p:nvSpPr>
            <p:spPr>
              <a:xfrm>
                <a:off x="8864441" y="312086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7" name="Google Shape;407;p12"/>
              <p:cNvSpPr/>
              <p:nvPr/>
            </p:nvSpPr>
            <p:spPr>
              <a:xfrm>
                <a:off x="8864441" y="332279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8" name="Google Shape;408;p12"/>
              <p:cNvSpPr/>
              <p:nvPr/>
            </p:nvSpPr>
            <p:spPr>
              <a:xfrm>
                <a:off x="8864441" y="352472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09" name="Google Shape;409;p12"/>
              <p:cNvSpPr/>
              <p:nvPr/>
            </p:nvSpPr>
            <p:spPr>
              <a:xfrm>
                <a:off x="8864441" y="372760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0" name="Google Shape;410;p12"/>
              <p:cNvSpPr/>
              <p:nvPr/>
            </p:nvSpPr>
            <p:spPr>
              <a:xfrm>
                <a:off x="8864441" y="392953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1" name="Google Shape;411;p12"/>
              <p:cNvSpPr/>
              <p:nvPr/>
            </p:nvSpPr>
            <p:spPr>
              <a:xfrm>
                <a:off x="8864441" y="413146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2" name="Google Shape;412;p12"/>
              <p:cNvSpPr/>
              <p:nvPr/>
            </p:nvSpPr>
            <p:spPr>
              <a:xfrm>
                <a:off x="8864441" y="433339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3" name="Google Shape;413;p12"/>
              <p:cNvSpPr/>
              <p:nvPr/>
            </p:nvSpPr>
            <p:spPr>
              <a:xfrm>
                <a:off x="8864441" y="453628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4" name="Google Shape;414;p12"/>
              <p:cNvSpPr/>
              <p:nvPr/>
            </p:nvSpPr>
            <p:spPr>
              <a:xfrm>
                <a:off x="8661559" y="231124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5" name="Google Shape;415;p12"/>
              <p:cNvSpPr/>
              <p:nvPr/>
            </p:nvSpPr>
            <p:spPr>
              <a:xfrm>
                <a:off x="8661559" y="251317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6" name="Google Shape;416;p12"/>
              <p:cNvSpPr/>
              <p:nvPr/>
            </p:nvSpPr>
            <p:spPr>
              <a:xfrm>
                <a:off x="8661559" y="2715101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7" name="Google Shape;417;p12"/>
              <p:cNvSpPr/>
              <p:nvPr/>
            </p:nvSpPr>
            <p:spPr>
              <a:xfrm>
                <a:off x="8661559" y="291798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8" name="Google Shape;418;p12"/>
              <p:cNvSpPr/>
              <p:nvPr/>
            </p:nvSpPr>
            <p:spPr>
              <a:xfrm>
                <a:off x="8661559" y="311991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19" name="Google Shape;419;p12"/>
              <p:cNvSpPr/>
              <p:nvPr/>
            </p:nvSpPr>
            <p:spPr>
              <a:xfrm>
                <a:off x="8661559" y="332184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0" name="Google Shape;420;p12"/>
              <p:cNvSpPr/>
              <p:nvPr/>
            </p:nvSpPr>
            <p:spPr>
              <a:xfrm>
                <a:off x="8661559" y="3523773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1" name="Google Shape;421;p12"/>
              <p:cNvSpPr/>
              <p:nvPr/>
            </p:nvSpPr>
            <p:spPr>
              <a:xfrm>
                <a:off x="8661559" y="372665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2" name="Google Shape;422;p12"/>
              <p:cNvSpPr/>
              <p:nvPr/>
            </p:nvSpPr>
            <p:spPr>
              <a:xfrm>
                <a:off x="8661559" y="392858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3" name="Google Shape;423;p12"/>
              <p:cNvSpPr/>
              <p:nvPr/>
            </p:nvSpPr>
            <p:spPr>
              <a:xfrm>
                <a:off x="8661559" y="413051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4" name="Google Shape;424;p12"/>
              <p:cNvSpPr/>
              <p:nvPr/>
            </p:nvSpPr>
            <p:spPr>
              <a:xfrm>
                <a:off x="8661559" y="4332446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5" name="Google Shape;425;p12"/>
              <p:cNvSpPr/>
              <p:nvPr/>
            </p:nvSpPr>
            <p:spPr>
              <a:xfrm>
                <a:off x="8661559" y="4535328"/>
                <a:ext cx="28575" cy="28575"/>
              </a:xfrm>
              <a:custGeom>
                <a:rect b="b" l="l" r="r" t="t"/>
                <a:pathLst>
                  <a:path extrusionOk="0" h="28575" w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6" name="Google Shape;426;p12"/>
              <p:cNvSpPr/>
              <p:nvPr/>
            </p:nvSpPr>
            <p:spPr>
              <a:xfrm>
                <a:off x="8456771" y="230933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7" name="Google Shape;427;p12"/>
              <p:cNvSpPr/>
              <p:nvPr/>
            </p:nvSpPr>
            <p:spPr>
              <a:xfrm>
                <a:off x="8456771" y="251126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8" name="Google Shape;428;p12"/>
              <p:cNvSpPr/>
              <p:nvPr/>
            </p:nvSpPr>
            <p:spPr>
              <a:xfrm>
                <a:off x="8456771" y="271319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29" name="Google Shape;429;p12"/>
              <p:cNvSpPr/>
              <p:nvPr/>
            </p:nvSpPr>
            <p:spPr>
              <a:xfrm>
                <a:off x="8456771" y="29159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7144" y="20570"/>
                    </a:moveTo>
                    <a:cubicBezTo>
                      <a:pt x="7144" y="28190"/>
                      <a:pt x="12859" y="33905"/>
                      <a:pt x="20479" y="33905"/>
                    </a:cubicBezTo>
                    <a:cubicBezTo>
                      <a:pt x="28099" y="33905"/>
                      <a:pt x="33814" y="28190"/>
                      <a:pt x="33814" y="20570"/>
                    </a:cubicBezTo>
                    <a:cubicBezTo>
                      <a:pt x="33814" y="12950"/>
                      <a:pt x="28099" y="7235"/>
                      <a:pt x="20479" y="7235"/>
                    </a:cubicBezTo>
                    <a:cubicBezTo>
                      <a:pt x="13811" y="6282"/>
                      <a:pt x="7144" y="12950"/>
                      <a:pt x="7144" y="2057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0" name="Google Shape;430;p12"/>
              <p:cNvSpPr/>
              <p:nvPr/>
            </p:nvSpPr>
            <p:spPr>
              <a:xfrm>
                <a:off x="8456771" y="311800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1" name="Google Shape;431;p12"/>
              <p:cNvSpPr/>
              <p:nvPr/>
            </p:nvSpPr>
            <p:spPr>
              <a:xfrm>
                <a:off x="8456771" y="331993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2" name="Google Shape;432;p12"/>
              <p:cNvSpPr/>
              <p:nvPr/>
            </p:nvSpPr>
            <p:spPr>
              <a:xfrm>
                <a:off x="8456771" y="352186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3" name="Google Shape;433;p12"/>
              <p:cNvSpPr/>
              <p:nvPr/>
            </p:nvSpPr>
            <p:spPr>
              <a:xfrm>
                <a:off x="8456771" y="372475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4" name="Google Shape;434;p12"/>
              <p:cNvSpPr/>
              <p:nvPr/>
            </p:nvSpPr>
            <p:spPr>
              <a:xfrm>
                <a:off x="8456771" y="392668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5" name="Google Shape;435;p12"/>
              <p:cNvSpPr/>
              <p:nvPr/>
            </p:nvSpPr>
            <p:spPr>
              <a:xfrm>
                <a:off x="8456771" y="412861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6" name="Google Shape;436;p12"/>
              <p:cNvSpPr/>
              <p:nvPr/>
            </p:nvSpPr>
            <p:spPr>
              <a:xfrm>
                <a:off x="8456771" y="433054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7" name="Google Shape;437;p12"/>
              <p:cNvSpPr/>
              <p:nvPr/>
            </p:nvSpPr>
            <p:spPr>
              <a:xfrm>
                <a:off x="8456771" y="4533423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8" name="Google Shape;438;p12"/>
              <p:cNvSpPr/>
              <p:nvPr/>
            </p:nvSpPr>
            <p:spPr>
              <a:xfrm>
                <a:off x="8252936" y="230743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39" name="Google Shape;439;p12"/>
              <p:cNvSpPr/>
              <p:nvPr/>
            </p:nvSpPr>
            <p:spPr>
              <a:xfrm>
                <a:off x="8252936" y="250936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0" name="Google Shape;440;p12"/>
              <p:cNvSpPr/>
              <p:nvPr/>
            </p:nvSpPr>
            <p:spPr>
              <a:xfrm>
                <a:off x="8252936" y="2711291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1" name="Google Shape;441;p12"/>
              <p:cNvSpPr/>
              <p:nvPr/>
            </p:nvSpPr>
            <p:spPr>
              <a:xfrm>
                <a:off x="8252936" y="2914173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2" name="Google Shape;442;p12"/>
              <p:cNvSpPr/>
              <p:nvPr/>
            </p:nvSpPr>
            <p:spPr>
              <a:xfrm>
                <a:off x="8252936" y="3116103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3" name="Google Shape;443;p12"/>
              <p:cNvSpPr/>
              <p:nvPr/>
            </p:nvSpPr>
            <p:spPr>
              <a:xfrm>
                <a:off x="8252936" y="3318033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4" name="Google Shape;444;p12"/>
              <p:cNvSpPr/>
              <p:nvPr/>
            </p:nvSpPr>
            <p:spPr>
              <a:xfrm>
                <a:off x="8252936" y="3519963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5" name="Google Shape;445;p12"/>
              <p:cNvSpPr/>
              <p:nvPr/>
            </p:nvSpPr>
            <p:spPr>
              <a:xfrm>
                <a:off x="8252936" y="372284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6" name="Google Shape;446;p12"/>
              <p:cNvSpPr/>
              <p:nvPr/>
            </p:nvSpPr>
            <p:spPr>
              <a:xfrm>
                <a:off x="8252936" y="392477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7" name="Google Shape;447;p12"/>
              <p:cNvSpPr/>
              <p:nvPr/>
            </p:nvSpPr>
            <p:spPr>
              <a:xfrm>
                <a:off x="8252936" y="412670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8" name="Google Shape;448;p12"/>
              <p:cNvSpPr/>
              <p:nvPr/>
            </p:nvSpPr>
            <p:spPr>
              <a:xfrm>
                <a:off x="8252936" y="432863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49" name="Google Shape;449;p12"/>
              <p:cNvSpPr/>
              <p:nvPr/>
            </p:nvSpPr>
            <p:spPr>
              <a:xfrm>
                <a:off x="8252936" y="453151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0" name="Google Shape;450;p12"/>
              <p:cNvSpPr/>
              <p:nvPr/>
            </p:nvSpPr>
            <p:spPr>
              <a:xfrm>
                <a:off x="8049101" y="230552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1" name="Google Shape;451;p12"/>
              <p:cNvSpPr/>
              <p:nvPr/>
            </p:nvSpPr>
            <p:spPr>
              <a:xfrm>
                <a:off x="8049101" y="250745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2" name="Google Shape;452;p12"/>
              <p:cNvSpPr/>
              <p:nvPr/>
            </p:nvSpPr>
            <p:spPr>
              <a:xfrm>
                <a:off x="8049101" y="270938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3" name="Google Shape;453;p12"/>
              <p:cNvSpPr/>
              <p:nvPr/>
            </p:nvSpPr>
            <p:spPr>
              <a:xfrm>
                <a:off x="8049101" y="291226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4" name="Google Shape;454;p12"/>
              <p:cNvSpPr/>
              <p:nvPr/>
            </p:nvSpPr>
            <p:spPr>
              <a:xfrm>
                <a:off x="8049101" y="311419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5" name="Google Shape;455;p12"/>
              <p:cNvSpPr/>
              <p:nvPr/>
            </p:nvSpPr>
            <p:spPr>
              <a:xfrm>
                <a:off x="8049101" y="331612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6" name="Google Shape;456;p12"/>
              <p:cNvSpPr/>
              <p:nvPr/>
            </p:nvSpPr>
            <p:spPr>
              <a:xfrm>
                <a:off x="8049101" y="351805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7" name="Google Shape;457;p12"/>
              <p:cNvSpPr/>
              <p:nvPr/>
            </p:nvSpPr>
            <p:spPr>
              <a:xfrm>
                <a:off x="8049101" y="372094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8" name="Google Shape;458;p12"/>
              <p:cNvSpPr/>
              <p:nvPr/>
            </p:nvSpPr>
            <p:spPr>
              <a:xfrm>
                <a:off x="8049101" y="392287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59" name="Google Shape;459;p12"/>
              <p:cNvSpPr/>
              <p:nvPr/>
            </p:nvSpPr>
            <p:spPr>
              <a:xfrm>
                <a:off x="8049101" y="412480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0" name="Google Shape;460;p12"/>
              <p:cNvSpPr/>
              <p:nvPr/>
            </p:nvSpPr>
            <p:spPr>
              <a:xfrm>
                <a:off x="8049101" y="432673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1" name="Google Shape;461;p12"/>
              <p:cNvSpPr/>
              <p:nvPr/>
            </p:nvSpPr>
            <p:spPr>
              <a:xfrm>
                <a:off x="8049101" y="452961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2" name="Google Shape;462;p12"/>
              <p:cNvSpPr/>
              <p:nvPr/>
            </p:nvSpPr>
            <p:spPr>
              <a:xfrm>
                <a:off x="7846219" y="230457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3" name="Google Shape;463;p12"/>
              <p:cNvSpPr/>
              <p:nvPr/>
            </p:nvSpPr>
            <p:spPr>
              <a:xfrm>
                <a:off x="7846219" y="250650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4" name="Google Shape;464;p12"/>
              <p:cNvSpPr/>
              <p:nvPr/>
            </p:nvSpPr>
            <p:spPr>
              <a:xfrm>
                <a:off x="7846219" y="270843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5" name="Google Shape;465;p12"/>
              <p:cNvSpPr/>
              <p:nvPr/>
            </p:nvSpPr>
            <p:spPr>
              <a:xfrm>
                <a:off x="7846219" y="291131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6" name="Google Shape;466;p12"/>
              <p:cNvSpPr/>
              <p:nvPr/>
            </p:nvSpPr>
            <p:spPr>
              <a:xfrm>
                <a:off x="7846219" y="311324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7" name="Google Shape;467;p12"/>
              <p:cNvSpPr/>
              <p:nvPr/>
            </p:nvSpPr>
            <p:spPr>
              <a:xfrm>
                <a:off x="7846219" y="331517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8" name="Google Shape;468;p12"/>
              <p:cNvSpPr/>
              <p:nvPr/>
            </p:nvSpPr>
            <p:spPr>
              <a:xfrm>
                <a:off x="7846219" y="351710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69" name="Google Shape;469;p12"/>
              <p:cNvSpPr/>
              <p:nvPr/>
            </p:nvSpPr>
            <p:spPr>
              <a:xfrm>
                <a:off x="7846219" y="371998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0" name="Google Shape;470;p12"/>
              <p:cNvSpPr/>
              <p:nvPr/>
            </p:nvSpPr>
            <p:spPr>
              <a:xfrm>
                <a:off x="7846219" y="392191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1" name="Google Shape;471;p12"/>
              <p:cNvSpPr/>
              <p:nvPr/>
            </p:nvSpPr>
            <p:spPr>
              <a:xfrm>
                <a:off x="7846219" y="412384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2" name="Google Shape;472;p12"/>
              <p:cNvSpPr/>
              <p:nvPr/>
            </p:nvSpPr>
            <p:spPr>
              <a:xfrm>
                <a:off x="7846219" y="432577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3" name="Google Shape;473;p12"/>
              <p:cNvSpPr/>
              <p:nvPr/>
            </p:nvSpPr>
            <p:spPr>
              <a:xfrm>
                <a:off x="7846219" y="452866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4" name="Google Shape;474;p12"/>
              <p:cNvSpPr/>
              <p:nvPr/>
            </p:nvSpPr>
            <p:spPr>
              <a:xfrm>
                <a:off x="7641431" y="230266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5" name="Google Shape;475;p12"/>
              <p:cNvSpPr/>
              <p:nvPr/>
            </p:nvSpPr>
            <p:spPr>
              <a:xfrm>
                <a:off x="7641431" y="250459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6" name="Google Shape;476;p12"/>
              <p:cNvSpPr/>
              <p:nvPr/>
            </p:nvSpPr>
            <p:spPr>
              <a:xfrm>
                <a:off x="7641431" y="2706528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7" name="Google Shape;477;p12"/>
              <p:cNvSpPr/>
              <p:nvPr/>
            </p:nvSpPr>
            <p:spPr>
              <a:xfrm>
                <a:off x="7641431" y="290941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8" name="Google Shape;478;p12"/>
              <p:cNvSpPr/>
              <p:nvPr/>
            </p:nvSpPr>
            <p:spPr>
              <a:xfrm>
                <a:off x="7641431" y="311134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79" name="Google Shape;479;p12"/>
              <p:cNvSpPr/>
              <p:nvPr/>
            </p:nvSpPr>
            <p:spPr>
              <a:xfrm>
                <a:off x="7641431" y="331327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0" name="Google Shape;480;p12"/>
              <p:cNvSpPr/>
              <p:nvPr/>
            </p:nvSpPr>
            <p:spPr>
              <a:xfrm>
                <a:off x="7641431" y="3515201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1" name="Google Shape;481;p12"/>
              <p:cNvSpPr/>
              <p:nvPr/>
            </p:nvSpPr>
            <p:spPr>
              <a:xfrm>
                <a:off x="7641431" y="371808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2" name="Google Shape;482;p12"/>
              <p:cNvSpPr/>
              <p:nvPr/>
            </p:nvSpPr>
            <p:spPr>
              <a:xfrm>
                <a:off x="7641431" y="392001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3" name="Google Shape;483;p12"/>
              <p:cNvSpPr/>
              <p:nvPr/>
            </p:nvSpPr>
            <p:spPr>
              <a:xfrm>
                <a:off x="7641431" y="412194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4" name="Google Shape;484;p12"/>
              <p:cNvSpPr/>
              <p:nvPr/>
            </p:nvSpPr>
            <p:spPr>
              <a:xfrm>
                <a:off x="7641431" y="4323873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5" name="Google Shape;485;p12"/>
              <p:cNvSpPr/>
              <p:nvPr/>
            </p:nvSpPr>
            <p:spPr>
              <a:xfrm>
                <a:off x="7641431" y="4526756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6" name="Google Shape;486;p12"/>
              <p:cNvSpPr/>
              <p:nvPr/>
            </p:nvSpPr>
            <p:spPr>
              <a:xfrm>
                <a:off x="7437596" y="230076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7" name="Google Shape;487;p12"/>
              <p:cNvSpPr/>
              <p:nvPr/>
            </p:nvSpPr>
            <p:spPr>
              <a:xfrm>
                <a:off x="7437596" y="250269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8" name="Google Shape;488;p12"/>
              <p:cNvSpPr/>
              <p:nvPr/>
            </p:nvSpPr>
            <p:spPr>
              <a:xfrm>
                <a:off x="7437596" y="270462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89" name="Google Shape;489;p12"/>
              <p:cNvSpPr/>
              <p:nvPr/>
            </p:nvSpPr>
            <p:spPr>
              <a:xfrm>
                <a:off x="7437596" y="290750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0" name="Google Shape;490;p12"/>
              <p:cNvSpPr/>
              <p:nvPr/>
            </p:nvSpPr>
            <p:spPr>
              <a:xfrm>
                <a:off x="7437596" y="310943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1" name="Google Shape;491;p12"/>
              <p:cNvSpPr/>
              <p:nvPr/>
            </p:nvSpPr>
            <p:spPr>
              <a:xfrm>
                <a:off x="7437596" y="331136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2" name="Google Shape;492;p12"/>
              <p:cNvSpPr/>
              <p:nvPr/>
            </p:nvSpPr>
            <p:spPr>
              <a:xfrm>
                <a:off x="7437596" y="351329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3" name="Google Shape;493;p12"/>
              <p:cNvSpPr/>
              <p:nvPr/>
            </p:nvSpPr>
            <p:spPr>
              <a:xfrm>
                <a:off x="7437596" y="371617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4" name="Google Shape;494;p12"/>
              <p:cNvSpPr/>
              <p:nvPr/>
            </p:nvSpPr>
            <p:spPr>
              <a:xfrm>
                <a:off x="7437596" y="391810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5" name="Google Shape;495;p12"/>
              <p:cNvSpPr/>
              <p:nvPr/>
            </p:nvSpPr>
            <p:spPr>
              <a:xfrm>
                <a:off x="7437596" y="412003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6" name="Google Shape;496;p12"/>
              <p:cNvSpPr/>
              <p:nvPr/>
            </p:nvSpPr>
            <p:spPr>
              <a:xfrm>
                <a:off x="7437596" y="432196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7" name="Google Shape;497;p12"/>
              <p:cNvSpPr/>
              <p:nvPr/>
            </p:nvSpPr>
            <p:spPr>
              <a:xfrm>
                <a:off x="7437596" y="452485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8" name="Google Shape;498;p12"/>
              <p:cNvSpPr/>
              <p:nvPr/>
            </p:nvSpPr>
            <p:spPr>
              <a:xfrm>
                <a:off x="7234714" y="229981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499" name="Google Shape;499;p12"/>
              <p:cNvSpPr/>
              <p:nvPr/>
            </p:nvSpPr>
            <p:spPr>
              <a:xfrm>
                <a:off x="7234714" y="250174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0" name="Google Shape;500;p12"/>
              <p:cNvSpPr/>
              <p:nvPr/>
            </p:nvSpPr>
            <p:spPr>
              <a:xfrm>
                <a:off x="7234714" y="270367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1" name="Google Shape;501;p12"/>
              <p:cNvSpPr/>
              <p:nvPr/>
            </p:nvSpPr>
            <p:spPr>
              <a:xfrm>
                <a:off x="7234714" y="290655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2" name="Google Shape;502;p12"/>
              <p:cNvSpPr/>
              <p:nvPr/>
            </p:nvSpPr>
            <p:spPr>
              <a:xfrm>
                <a:off x="7234714" y="310848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3" name="Google Shape;503;p12"/>
              <p:cNvSpPr/>
              <p:nvPr/>
            </p:nvSpPr>
            <p:spPr>
              <a:xfrm>
                <a:off x="7234714" y="331041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4" name="Google Shape;504;p12"/>
              <p:cNvSpPr/>
              <p:nvPr/>
            </p:nvSpPr>
            <p:spPr>
              <a:xfrm>
                <a:off x="7234714" y="351234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5" name="Google Shape;505;p12"/>
              <p:cNvSpPr/>
              <p:nvPr/>
            </p:nvSpPr>
            <p:spPr>
              <a:xfrm>
                <a:off x="7234714" y="371522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6" name="Google Shape;506;p12"/>
              <p:cNvSpPr/>
              <p:nvPr/>
            </p:nvSpPr>
            <p:spPr>
              <a:xfrm>
                <a:off x="7234714" y="391715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7" name="Google Shape;507;p12"/>
              <p:cNvSpPr/>
              <p:nvPr/>
            </p:nvSpPr>
            <p:spPr>
              <a:xfrm>
                <a:off x="7234714" y="411908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8" name="Google Shape;508;p12"/>
              <p:cNvSpPr/>
              <p:nvPr/>
            </p:nvSpPr>
            <p:spPr>
              <a:xfrm>
                <a:off x="7234714" y="432101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09" name="Google Shape;509;p12"/>
              <p:cNvSpPr/>
              <p:nvPr/>
            </p:nvSpPr>
            <p:spPr>
              <a:xfrm>
                <a:off x="7234714" y="452389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0" name="Google Shape;510;p12"/>
              <p:cNvSpPr/>
              <p:nvPr/>
            </p:nvSpPr>
            <p:spPr>
              <a:xfrm>
                <a:off x="7030879" y="229790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1" name="Google Shape;511;p12"/>
              <p:cNvSpPr/>
              <p:nvPr/>
            </p:nvSpPr>
            <p:spPr>
              <a:xfrm>
                <a:off x="7030879" y="249983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2" name="Google Shape;512;p12"/>
              <p:cNvSpPr/>
              <p:nvPr/>
            </p:nvSpPr>
            <p:spPr>
              <a:xfrm>
                <a:off x="7030879" y="2701766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3" name="Google Shape;513;p12"/>
              <p:cNvSpPr/>
              <p:nvPr/>
            </p:nvSpPr>
            <p:spPr>
              <a:xfrm>
                <a:off x="7030879" y="290464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4" name="Google Shape;514;p12"/>
              <p:cNvSpPr/>
              <p:nvPr/>
            </p:nvSpPr>
            <p:spPr>
              <a:xfrm>
                <a:off x="7030879" y="310657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5" name="Google Shape;515;p12"/>
              <p:cNvSpPr/>
              <p:nvPr/>
            </p:nvSpPr>
            <p:spPr>
              <a:xfrm>
                <a:off x="7030879" y="330850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6" name="Google Shape;516;p12"/>
              <p:cNvSpPr/>
              <p:nvPr/>
            </p:nvSpPr>
            <p:spPr>
              <a:xfrm>
                <a:off x="7030879" y="3510438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7" name="Google Shape;517;p12"/>
              <p:cNvSpPr/>
              <p:nvPr/>
            </p:nvSpPr>
            <p:spPr>
              <a:xfrm>
                <a:off x="7030879" y="371332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8" name="Google Shape;518;p12"/>
              <p:cNvSpPr/>
              <p:nvPr/>
            </p:nvSpPr>
            <p:spPr>
              <a:xfrm>
                <a:off x="7030879" y="391525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19" name="Google Shape;519;p12"/>
              <p:cNvSpPr/>
              <p:nvPr/>
            </p:nvSpPr>
            <p:spPr>
              <a:xfrm>
                <a:off x="7030879" y="411718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0" name="Google Shape;520;p12"/>
              <p:cNvSpPr/>
              <p:nvPr/>
            </p:nvSpPr>
            <p:spPr>
              <a:xfrm>
                <a:off x="7030879" y="4319111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1" name="Google Shape;521;p12"/>
              <p:cNvSpPr/>
              <p:nvPr/>
            </p:nvSpPr>
            <p:spPr>
              <a:xfrm>
                <a:off x="7030879" y="4521993"/>
                <a:ext cx="57150" cy="57150"/>
              </a:xfrm>
              <a:custGeom>
                <a:rect b="b" l="l" r="r" t="t"/>
                <a:pathLst>
                  <a:path extrusionOk="0" h="57150" w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2" name="Google Shape;522;p12"/>
              <p:cNvSpPr/>
              <p:nvPr/>
            </p:nvSpPr>
            <p:spPr>
              <a:xfrm>
                <a:off x="6826091" y="229600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3" name="Google Shape;523;p12"/>
              <p:cNvSpPr/>
              <p:nvPr/>
            </p:nvSpPr>
            <p:spPr>
              <a:xfrm>
                <a:off x="6826091" y="249793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4" name="Google Shape;524;p12"/>
              <p:cNvSpPr/>
              <p:nvPr/>
            </p:nvSpPr>
            <p:spPr>
              <a:xfrm>
                <a:off x="6826091" y="269986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5" name="Google Shape;525;p12"/>
              <p:cNvSpPr/>
              <p:nvPr/>
            </p:nvSpPr>
            <p:spPr>
              <a:xfrm>
                <a:off x="6826091" y="290274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6" name="Google Shape;526;p12"/>
              <p:cNvSpPr/>
              <p:nvPr/>
            </p:nvSpPr>
            <p:spPr>
              <a:xfrm>
                <a:off x="6826091" y="310467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7" name="Google Shape;527;p12"/>
              <p:cNvSpPr/>
              <p:nvPr/>
            </p:nvSpPr>
            <p:spPr>
              <a:xfrm>
                <a:off x="6826091" y="330660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8" name="Google Shape;528;p12"/>
              <p:cNvSpPr/>
              <p:nvPr/>
            </p:nvSpPr>
            <p:spPr>
              <a:xfrm>
                <a:off x="6826091" y="350853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29" name="Google Shape;529;p12"/>
              <p:cNvSpPr/>
              <p:nvPr/>
            </p:nvSpPr>
            <p:spPr>
              <a:xfrm>
                <a:off x="6826091" y="371141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0" name="Google Shape;530;p12"/>
              <p:cNvSpPr/>
              <p:nvPr/>
            </p:nvSpPr>
            <p:spPr>
              <a:xfrm>
                <a:off x="6826091" y="391334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1" name="Google Shape;531;p12"/>
              <p:cNvSpPr/>
              <p:nvPr/>
            </p:nvSpPr>
            <p:spPr>
              <a:xfrm>
                <a:off x="6826091" y="411527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2" name="Google Shape;532;p12"/>
              <p:cNvSpPr/>
              <p:nvPr/>
            </p:nvSpPr>
            <p:spPr>
              <a:xfrm>
                <a:off x="6826091" y="431720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3" name="Google Shape;533;p12"/>
              <p:cNvSpPr/>
              <p:nvPr/>
            </p:nvSpPr>
            <p:spPr>
              <a:xfrm>
                <a:off x="6826091" y="452008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4" name="Google Shape;534;p12"/>
              <p:cNvSpPr/>
              <p:nvPr/>
            </p:nvSpPr>
            <p:spPr>
              <a:xfrm>
                <a:off x="6623209" y="229504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5" name="Google Shape;535;p12"/>
              <p:cNvSpPr/>
              <p:nvPr/>
            </p:nvSpPr>
            <p:spPr>
              <a:xfrm>
                <a:off x="6623209" y="249697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6" name="Google Shape;536;p12"/>
              <p:cNvSpPr/>
              <p:nvPr/>
            </p:nvSpPr>
            <p:spPr>
              <a:xfrm>
                <a:off x="6623209" y="269890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7" name="Google Shape;537;p12"/>
              <p:cNvSpPr/>
              <p:nvPr/>
            </p:nvSpPr>
            <p:spPr>
              <a:xfrm>
                <a:off x="6623209" y="290179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8" name="Google Shape;538;p12"/>
              <p:cNvSpPr/>
              <p:nvPr/>
            </p:nvSpPr>
            <p:spPr>
              <a:xfrm>
                <a:off x="6623209" y="310372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39" name="Google Shape;539;p12"/>
              <p:cNvSpPr/>
              <p:nvPr/>
            </p:nvSpPr>
            <p:spPr>
              <a:xfrm>
                <a:off x="6623209" y="330565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0" name="Google Shape;540;p12"/>
              <p:cNvSpPr/>
              <p:nvPr/>
            </p:nvSpPr>
            <p:spPr>
              <a:xfrm>
                <a:off x="6623209" y="350758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1" name="Google Shape;541;p12"/>
              <p:cNvSpPr/>
              <p:nvPr/>
            </p:nvSpPr>
            <p:spPr>
              <a:xfrm>
                <a:off x="6623209" y="371046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2" name="Google Shape;542;p12"/>
              <p:cNvSpPr/>
              <p:nvPr/>
            </p:nvSpPr>
            <p:spPr>
              <a:xfrm>
                <a:off x="6623209" y="391239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3" name="Google Shape;543;p12"/>
              <p:cNvSpPr/>
              <p:nvPr/>
            </p:nvSpPr>
            <p:spPr>
              <a:xfrm>
                <a:off x="6623209" y="411432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4" name="Google Shape;544;p12"/>
              <p:cNvSpPr/>
              <p:nvPr/>
            </p:nvSpPr>
            <p:spPr>
              <a:xfrm>
                <a:off x="6623209" y="431625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5" name="Google Shape;545;p12"/>
              <p:cNvSpPr/>
              <p:nvPr/>
            </p:nvSpPr>
            <p:spPr>
              <a:xfrm>
                <a:off x="6623209" y="451913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6" name="Google Shape;546;p12"/>
              <p:cNvSpPr/>
              <p:nvPr/>
            </p:nvSpPr>
            <p:spPr>
              <a:xfrm>
                <a:off x="6419374" y="229314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7" name="Google Shape;547;p12"/>
              <p:cNvSpPr/>
              <p:nvPr/>
            </p:nvSpPr>
            <p:spPr>
              <a:xfrm>
                <a:off x="6419374" y="249507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8" name="Google Shape;548;p12"/>
              <p:cNvSpPr/>
              <p:nvPr/>
            </p:nvSpPr>
            <p:spPr>
              <a:xfrm>
                <a:off x="6419374" y="2697003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49" name="Google Shape;549;p12"/>
              <p:cNvSpPr/>
              <p:nvPr/>
            </p:nvSpPr>
            <p:spPr>
              <a:xfrm>
                <a:off x="6419374" y="289988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0" name="Google Shape;550;p12"/>
              <p:cNvSpPr/>
              <p:nvPr/>
            </p:nvSpPr>
            <p:spPr>
              <a:xfrm>
                <a:off x="6419374" y="310181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1" name="Google Shape;551;p12"/>
              <p:cNvSpPr/>
              <p:nvPr/>
            </p:nvSpPr>
            <p:spPr>
              <a:xfrm>
                <a:off x="6419374" y="330374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2" name="Google Shape;552;p12"/>
              <p:cNvSpPr/>
              <p:nvPr/>
            </p:nvSpPr>
            <p:spPr>
              <a:xfrm>
                <a:off x="6419374" y="3505676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3" name="Google Shape;553;p12"/>
              <p:cNvSpPr/>
              <p:nvPr/>
            </p:nvSpPr>
            <p:spPr>
              <a:xfrm>
                <a:off x="6419374" y="370855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4" name="Google Shape;554;p12"/>
              <p:cNvSpPr/>
              <p:nvPr/>
            </p:nvSpPr>
            <p:spPr>
              <a:xfrm>
                <a:off x="6419374" y="391048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5" name="Google Shape;555;p12"/>
              <p:cNvSpPr/>
              <p:nvPr/>
            </p:nvSpPr>
            <p:spPr>
              <a:xfrm>
                <a:off x="6419374" y="411241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6" name="Google Shape;556;p12"/>
              <p:cNvSpPr/>
              <p:nvPr/>
            </p:nvSpPr>
            <p:spPr>
              <a:xfrm>
                <a:off x="6419374" y="4314348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7" name="Google Shape;557;p12"/>
              <p:cNvSpPr/>
              <p:nvPr/>
            </p:nvSpPr>
            <p:spPr>
              <a:xfrm>
                <a:off x="6419374" y="4517231"/>
                <a:ext cx="66675" cy="66675"/>
              </a:xfrm>
              <a:custGeom>
                <a:rect b="b" l="l" r="r" t="t"/>
                <a:pathLst>
                  <a:path extrusionOk="0" h="66675" w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8" name="Google Shape;558;p12"/>
              <p:cNvSpPr/>
              <p:nvPr/>
            </p:nvSpPr>
            <p:spPr>
              <a:xfrm>
                <a:off x="6214586" y="229028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59" name="Google Shape;559;p12"/>
              <p:cNvSpPr/>
              <p:nvPr/>
            </p:nvSpPr>
            <p:spPr>
              <a:xfrm>
                <a:off x="6214586" y="249221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0" name="Google Shape;560;p12"/>
              <p:cNvSpPr/>
              <p:nvPr/>
            </p:nvSpPr>
            <p:spPr>
              <a:xfrm>
                <a:off x="6214586" y="269414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1" name="Google Shape;561;p12"/>
              <p:cNvSpPr/>
              <p:nvPr/>
            </p:nvSpPr>
            <p:spPr>
              <a:xfrm>
                <a:off x="6214586" y="289702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2" name="Google Shape;562;p12"/>
              <p:cNvSpPr/>
              <p:nvPr/>
            </p:nvSpPr>
            <p:spPr>
              <a:xfrm>
                <a:off x="6214586" y="309895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3" name="Google Shape;563;p12"/>
              <p:cNvSpPr/>
              <p:nvPr/>
            </p:nvSpPr>
            <p:spPr>
              <a:xfrm>
                <a:off x="6214586" y="330088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4" name="Google Shape;564;p12"/>
              <p:cNvSpPr/>
              <p:nvPr/>
            </p:nvSpPr>
            <p:spPr>
              <a:xfrm>
                <a:off x="6214586" y="350281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5" name="Google Shape;565;p12"/>
              <p:cNvSpPr/>
              <p:nvPr/>
            </p:nvSpPr>
            <p:spPr>
              <a:xfrm>
                <a:off x="6214586" y="370570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6" name="Google Shape;566;p12"/>
              <p:cNvSpPr/>
              <p:nvPr/>
            </p:nvSpPr>
            <p:spPr>
              <a:xfrm>
                <a:off x="6214586" y="390763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7" name="Google Shape;567;p12"/>
              <p:cNvSpPr/>
              <p:nvPr/>
            </p:nvSpPr>
            <p:spPr>
              <a:xfrm>
                <a:off x="6214586" y="410956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8" name="Google Shape;568;p12"/>
              <p:cNvSpPr/>
              <p:nvPr/>
            </p:nvSpPr>
            <p:spPr>
              <a:xfrm>
                <a:off x="6214586" y="431149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69" name="Google Shape;569;p12"/>
              <p:cNvSpPr/>
              <p:nvPr/>
            </p:nvSpPr>
            <p:spPr>
              <a:xfrm>
                <a:off x="6214586" y="451437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0" name="Google Shape;570;p12"/>
              <p:cNvSpPr/>
              <p:nvPr/>
            </p:nvSpPr>
            <p:spPr>
              <a:xfrm>
                <a:off x="6011704" y="228933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1" name="Google Shape;571;p12"/>
              <p:cNvSpPr/>
              <p:nvPr/>
            </p:nvSpPr>
            <p:spPr>
              <a:xfrm>
                <a:off x="6011704" y="249126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2" name="Google Shape;572;p12"/>
              <p:cNvSpPr/>
              <p:nvPr/>
            </p:nvSpPr>
            <p:spPr>
              <a:xfrm>
                <a:off x="6011704" y="269319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3" name="Google Shape;573;p12"/>
              <p:cNvSpPr/>
              <p:nvPr/>
            </p:nvSpPr>
            <p:spPr>
              <a:xfrm>
                <a:off x="6010751" y="289607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144" y="40481"/>
                    </a:moveTo>
                    <a:cubicBezTo>
                      <a:pt x="7144" y="59531"/>
                      <a:pt x="22384" y="73819"/>
                      <a:pt x="40481" y="73819"/>
                    </a:cubicBezTo>
                    <a:cubicBezTo>
                      <a:pt x="58579" y="73819"/>
                      <a:pt x="73819" y="58579"/>
                      <a:pt x="73819" y="40481"/>
                    </a:cubicBezTo>
                    <a:cubicBezTo>
                      <a:pt x="73819" y="22384"/>
                      <a:pt x="58579" y="7144"/>
                      <a:pt x="40481" y="7144"/>
                    </a:cubicBezTo>
                    <a:cubicBezTo>
                      <a:pt x="22384" y="7144"/>
                      <a:pt x="7144" y="21431"/>
                      <a:pt x="7144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4" name="Google Shape;574;p12"/>
              <p:cNvSpPr/>
              <p:nvPr/>
            </p:nvSpPr>
            <p:spPr>
              <a:xfrm>
                <a:off x="6011704" y="309800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5" name="Google Shape;575;p12"/>
              <p:cNvSpPr/>
              <p:nvPr/>
            </p:nvSpPr>
            <p:spPr>
              <a:xfrm>
                <a:off x="6011704" y="329993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6" name="Google Shape;576;p12"/>
              <p:cNvSpPr/>
              <p:nvPr/>
            </p:nvSpPr>
            <p:spPr>
              <a:xfrm>
                <a:off x="6011704" y="350186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7" name="Google Shape;577;p12"/>
              <p:cNvSpPr/>
              <p:nvPr/>
            </p:nvSpPr>
            <p:spPr>
              <a:xfrm>
                <a:off x="6011704" y="370474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8" name="Google Shape;578;p12"/>
              <p:cNvSpPr/>
              <p:nvPr/>
            </p:nvSpPr>
            <p:spPr>
              <a:xfrm>
                <a:off x="6011704" y="390667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79" name="Google Shape;579;p12"/>
              <p:cNvSpPr/>
              <p:nvPr/>
            </p:nvSpPr>
            <p:spPr>
              <a:xfrm>
                <a:off x="6011704" y="410860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0" name="Google Shape;580;p12"/>
              <p:cNvSpPr/>
              <p:nvPr/>
            </p:nvSpPr>
            <p:spPr>
              <a:xfrm>
                <a:off x="6011704" y="431053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1" name="Google Shape;581;p12"/>
              <p:cNvSpPr/>
              <p:nvPr/>
            </p:nvSpPr>
            <p:spPr>
              <a:xfrm>
                <a:off x="6011704" y="451342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2" name="Google Shape;582;p12"/>
              <p:cNvSpPr/>
              <p:nvPr/>
            </p:nvSpPr>
            <p:spPr>
              <a:xfrm>
                <a:off x="5807869" y="228838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3" name="Google Shape;583;p12"/>
              <p:cNvSpPr/>
              <p:nvPr/>
            </p:nvSpPr>
            <p:spPr>
              <a:xfrm>
                <a:off x="5807869" y="248935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4" name="Google Shape;584;p12"/>
              <p:cNvSpPr/>
              <p:nvPr/>
            </p:nvSpPr>
            <p:spPr>
              <a:xfrm>
                <a:off x="5807869" y="269128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5" name="Google Shape;585;p12"/>
              <p:cNvSpPr/>
              <p:nvPr/>
            </p:nvSpPr>
            <p:spPr>
              <a:xfrm>
                <a:off x="5807869" y="289512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6" name="Google Shape;586;p12"/>
              <p:cNvSpPr/>
              <p:nvPr/>
            </p:nvSpPr>
            <p:spPr>
              <a:xfrm>
                <a:off x="5807869" y="309705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7" name="Google Shape;587;p12"/>
              <p:cNvSpPr/>
              <p:nvPr/>
            </p:nvSpPr>
            <p:spPr>
              <a:xfrm>
                <a:off x="5807869" y="329803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8" name="Google Shape;588;p12"/>
              <p:cNvSpPr/>
              <p:nvPr/>
            </p:nvSpPr>
            <p:spPr>
              <a:xfrm>
                <a:off x="5807869" y="3499961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89" name="Google Shape;589;p12"/>
              <p:cNvSpPr/>
              <p:nvPr/>
            </p:nvSpPr>
            <p:spPr>
              <a:xfrm>
                <a:off x="5807869" y="370284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0" name="Google Shape;590;p12"/>
              <p:cNvSpPr/>
              <p:nvPr/>
            </p:nvSpPr>
            <p:spPr>
              <a:xfrm>
                <a:off x="5807869" y="390572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1"/>
                      <a:pt x="60372" y="75724"/>
                      <a:pt x="41434" y="75724"/>
                    </a:cubicBezTo>
                    <a:cubicBezTo>
                      <a:pt x="22496" y="75724"/>
                      <a:pt x="7144" y="60371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1" name="Google Shape;591;p12"/>
              <p:cNvSpPr/>
              <p:nvPr/>
            </p:nvSpPr>
            <p:spPr>
              <a:xfrm>
                <a:off x="5807869" y="4107656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2" name="Google Shape;592;p12"/>
              <p:cNvSpPr/>
              <p:nvPr/>
            </p:nvSpPr>
            <p:spPr>
              <a:xfrm>
                <a:off x="5807869" y="4308633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3" name="Google Shape;593;p12"/>
              <p:cNvSpPr/>
              <p:nvPr/>
            </p:nvSpPr>
            <p:spPr>
              <a:xfrm>
                <a:off x="5807869" y="4512468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4" name="Google Shape;594;p12"/>
              <p:cNvSpPr/>
              <p:nvPr/>
            </p:nvSpPr>
            <p:spPr>
              <a:xfrm>
                <a:off x="5604034" y="228647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5" name="Google Shape;595;p12"/>
              <p:cNvSpPr/>
              <p:nvPr/>
            </p:nvSpPr>
            <p:spPr>
              <a:xfrm>
                <a:off x="5604034" y="248840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6" name="Google Shape;596;p12"/>
              <p:cNvSpPr/>
              <p:nvPr/>
            </p:nvSpPr>
            <p:spPr>
              <a:xfrm>
                <a:off x="5604034" y="269033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7" name="Google Shape;597;p12"/>
              <p:cNvSpPr/>
              <p:nvPr/>
            </p:nvSpPr>
            <p:spPr>
              <a:xfrm>
                <a:off x="5604034" y="289321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8" name="Google Shape;598;p12"/>
              <p:cNvSpPr/>
              <p:nvPr/>
            </p:nvSpPr>
            <p:spPr>
              <a:xfrm>
                <a:off x="5604034" y="309514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599" name="Google Shape;599;p12"/>
              <p:cNvSpPr/>
              <p:nvPr/>
            </p:nvSpPr>
            <p:spPr>
              <a:xfrm>
                <a:off x="5604034" y="329707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0" name="Google Shape;600;p12"/>
              <p:cNvSpPr/>
              <p:nvPr/>
            </p:nvSpPr>
            <p:spPr>
              <a:xfrm>
                <a:off x="5604034" y="349900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1" name="Google Shape;601;p12"/>
              <p:cNvSpPr/>
              <p:nvPr/>
            </p:nvSpPr>
            <p:spPr>
              <a:xfrm>
                <a:off x="5604034" y="370189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2" name="Google Shape;602;p12"/>
              <p:cNvSpPr/>
              <p:nvPr/>
            </p:nvSpPr>
            <p:spPr>
              <a:xfrm>
                <a:off x="5604034" y="390382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3" name="Google Shape;603;p12"/>
              <p:cNvSpPr/>
              <p:nvPr/>
            </p:nvSpPr>
            <p:spPr>
              <a:xfrm>
                <a:off x="5604034" y="410575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4" name="Google Shape;604;p12"/>
              <p:cNvSpPr/>
              <p:nvPr/>
            </p:nvSpPr>
            <p:spPr>
              <a:xfrm>
                <a:off x="5604034" y="430768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5" name="Google Shape;605;p12"/>
              <p:cNvSpPr/>
              <p:nvPr/>
            </p:nvSpPr>
            <p:spPr>
              <a:xfrm>
                <a:off x="5604034" y="451056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6" name="Google Shape;606;p12"/>
              <p:cNvSpPr/>
              <p:nvPr/>
            </p:nvSpPr>
            <p:spPr>
              <a:xfrm>
                <a:off x="5400199" y="228457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7" name="Google Shape;607;p12"/>
              <p:cNvSpPr/>
              <p:nvPr/>
            </p:nvSpPr>
            <p:spPr>
              <a:xfrm>
                <a:off x="5400199" y="248650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8" name="Google Shape;608;p12"/>
              <p:cNvSpPr/>
              <p:nvPr/>
            </p:nvSpPr>
            <p:spPr>
              <a:xfrm>
                <a:off x="5400199" y="268843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09" name="Google Shape;609;p12"/>
              <p:cNvSpPr/>
              <p:nvPr/>
            </p:nvSpPr>
            <p:spPr>
              <a:xfrm>
                <a:off x="5400199" y="289131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0" name="Google Shape;610;p12"/>
              <p:cNvSpPr/>
              <p:nvPr/>
            </p:nvSpPr>
            <p:spPr>
              <a:xfrm>
                <a:off x="5400199" y="309324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1" name="Google Shape;611;p12"/>
              <p:cNvSpPr/>
              <p:nvPr/>
            </p:nvSpPr>
            <p:spPr>
              <a:xfrm>
                <a:off x="5400199" y="329517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2" name="Google Shape;612;p12"/>
              <p:cNvSpPr/>
              <p:nvPr/>
            </p:nvSpPr>
            <p:spPr>
              <a:xfrm>
                <a:off x="5400199" y="349710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3" name="Google Shape;613;p12"/>
              <p:cNvSpPr/>
              <p:nvPr/>
            </p:nvSpPr>
            <p:spPr>
              <a:xfrm>
                <a:off x="5400199" y="369998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4" name="Google Shape;614;p12"/>
              <p:cNvSpPr/>
              <p:nvPr/>
            </p:nvSpPr>
            <p:spPr>
              <a:xfrm>
                <a:off x="5400199" y="390191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5" name="Google Shape;615;p12"/>
              <p:cNvSpPr/>
              <p:nvPr/>
            </p:nvSpPr>
            <p:spPr>
              <a:xfrm>
                <a:off x="5400199" y="410384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6" name="Google Shape;616;p12"/>
              <p:cNvSpPr/>
              <p:nvPr/>
            </p:nvSpPr>
            <p:spPr>
              <a:xfrm>
                <a:off x="5400199" y="430577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7" name="Google Shape;617;p12"/>
              <p:cNvSpPr/>
              <p:nvPr/>
            </p:nvSpPr>
            <p:spPr>
              <a:xfrm>
                <a:off x="5400199" y="450865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8" name="Google Shape;618;p12"/>
              <p:cNvSpPr/>
              <p:nvPr/>
            </p:nvSpPr>
            <p:spPr>
              <a:xfrm>
                <a:off x="5196364" y="228266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19" name="Google Shape;619;p12"/>
              <p:cNvSpPr/>
              <p:nvPr/>
            </p:nvSpPr>
            <p:spPr>
              <a:xfrm>
                <a:off x="5196364" y="248459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0" name="Google Shape;620;p12"/>
              <p:cNvSpPr/>
              <p:nvPr/>
            </p:nvSpPr>
            <p:spPr>
              <a:xfrm>
                <a:off x="5196364" y="2686526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1" name="Google Shape;621;p12"/>
              <p:cNvSpPr/>
              <p:nvPr/>
            </p:nvSpPr>
            <p:spPr>
              <a:xfrm>
                <a:off x="5196364" y="288940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2" name="Google Shape;622;p12"/>
              <p:cNvSpPr/>
              <p:nvPr/>
            </p:nvSpPr>
            <p:spPr>
              <a:xfrm>
                <a:off x="5196364" y="309133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3" name="Google Shape;623;p12"/>
              <p:cNvSpPr/>
              <p:nvPr/>
            </p:nvSpPr>
            <p:spPr>
              <a:xfrm>
                <a:off x="5196364" y="329326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4" name="Google Shape;624;p12"/>
              <p:cNvSpPr/>
              <p:nvPr/>
            </p:nvSpPr>
            <p:spPr>
              <a:xfrm>
                <a:off x="5196364" y="3495198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5" name="Google Shape;625;p12"/>
              <p:cNvSpPr/>
              <p:nvPr/>
            </p:nvSpPr>
            <p:spPr>
              <a:xfrm>
                <a:off x="5196364" y="369808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6" name="Google Shape;626;p12"/>
              <p:cNvSpPr/>
              <p:nvPr/>
            </p:nvSpPr>
            <p:spPr>
              <a:xfrm>
                <a:off x="5196364" y="390001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7" name="Google Shape;627;p12"/>
              <p:cNvSpPr/>
              <p:nvPr/>
            </p:nvSpPr>
            <p:spPr>
              <a:xfrm>
                <a:off x="5196364" y="410194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8" name="Google Shape;628;p12"/>
              <p:cNvSpPr/>
              <p:nvPr/>
            </p:nvSpPr>
            <p:spPr>
              <a:xfrm>
                <a:off x="5196364" y="4303871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29" name="Google Shape;629;p12"/>
              <p:cNvSpPr/>
              <p:nvPr/>
            </p:nvSpPr>
            <p:spPr>
              <a:xfrm>
                <a:off x="5196364" y="4506753"/>
                <a:ext cx="85725" cy="85725"/>
              </a:xfrm>
              <a:custGeom>
                <a:rect b="b" l="l" r="r" t="t"/>
                <a:pathLst>
                  <a:path extrusionOk="0" h="85725" w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0" name="Google Shape;630;p12"/>
              <p:cNvSpPr/>
              <p:nvPr/>
            </p:nvSpPr>
            <p:spPr>
              <a:xfrm>
                <a:off x="4991576" y="228076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1" name="Google Shape;631;p12"/>
              <p:cNvSpPr/>
              <p:nvPr/>
            </p:nvSpPr>
            <p:spPr>
              <a:xfrm>
                <a:off x="4991576" y="248269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2" name="Google Shape;632;p12"/>
              <p:cNvSpPr/>
              <p:nvPr/>
            </p:nvSpPr>
            <p:spPr>
              <a:xfrm>
                <a:off x="4991576" y="268462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3" name="Google Shape;633;p12"/>
              <p:cNvSpPr/>
              <p:nvPr/>
            </p:nvSpPr>
            <p:spPr>
              <a:xfrm>
                <a:off x="4991576" y="288750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4" name="Google Shape;634;p12"/>
              <p:cNvSpPr/>
              <p:nvPr/>
            </p:nvSpPr>
            <p:spPr>
              <a:xfrm>
                <a:off x="4991576" y="308943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5" name="Google Shape;635;p12"/>
              <p:cNvSpPr/>
              <p:nvPr/>
            </p:nvSpPr>
            <p:spPr>
              <a:xfrm>
                <a:off x="4991576" y="329136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6" name="Google Shape;636;p12"/>
              <p:cNvSpPr/>
              <p:nvPr/>
            </p:nvSpPr>
            <p:spPr>
              <a:xfrm>
                <a:off x="4991576" y="349329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7" name="Google Shape;637;p12"/>
              <p:cNvSpPr/>
              <p:nvPr/>
            </p:nvSpPr>
            <p:spPr>
              <a:xfrm>
                <a:off x="4991576" y="369617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8" name="Google Shape;638;p12"/>
              <p:cNvSpPr/>
              <p:nvPr/>
            </p:nvSpPr>
            <p:spPr>
              <a:xfrm>
                <a:off x="4991576" y="389810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39" name="Google Shape;639;p12"/>
              <p:cNvSpPr/>
              <p:nvPr/>
            </p:nvSpPr>
            <p:spPr>
              <a:xfrm>
                <a:off x="4991576" y="410003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0" name="Google Shape;640;p12"/>
              <p:cNvSpPr/>
              <p:nvPr/>
            </p:nvSpPr>
            <p:spPr>
              <a:xfrm>
                <a:off x="4991576" y="430196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1" name="Google Shape;641;p12"/>
              <p:cNvSpPr/>
              <p:nvPr/>
            </p:nvSpPr>
            <p:spPr>
              <a:xfrm>
                <a:off x="4991576" y="450484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2" name="Google Shape;642;p12"/>
              <p:cNvSpPr/>
              <p:nvPr/>
            </p:nvSpPr>
            <p:spPr>
              <a:xfrm>
                <a:off x="4788694" y="227980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3" name="Google Shape;643;p12"/>
              <p:cNvSpPr/>
              <p:nvPr/>
            </p:nvSpPr>
            <p:spPr>
              <a:xfrm>
                <a:off x="4788694" y="248173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4" name="Google Shape;644;p12"/>
              <p:cNvSpPr/>
              <p:nvPr/>
            </p:nvSpPr>
            <p:spPr>
              <a:xfrm>
                <a:off x="4788694" y="268366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5" name="Google Shape;645;p12"/>
              <p:cNvSpPr/>
              <p:nvPr/>
            </p:nvSpPr>
            <p:spPr>
              <a:xfrm>
                <a:off x="4788694" y="288655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6" name="Google Shape;646;p12"/>
              <p:cNvSpPr/>
              <p:nvPr/>
            </p:nvSpPr>
            <p:spPr>
              <a:xfrm>
                <a:off x="4788694" y="308848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7" name="Google Shape;647;p12"/>
              <p:cNvSpPr/>
              <p:nvPr/>
            </p:nvSpPr>
            <p:spPr>
              <a:xfrm>
                <a:off x="4788694" y="329041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8" name="Google Shape;648;p12"/>
              <p:cNvSpPr/>
              <p:nvPr/>
            </p:nvSpPr>
            <p:spPr>
              <a:xfrm>
                <a:off x="4788694" y="349234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49" name="Google Shape;649;p12"/>
              <p:cNvSpPr/>
              <p:nvPr/>
            </p:nvSpPr>
            <p:spPr>
              <a:xfrm>
                <a:off x="4788694" y="369522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0" name="Google Shape;650;p12"/>
              <p:cNvSpPr/>
              <p:nvPr/>
            </p:nvSpPr>
            <p:spPr>
              <a:xfrm>
                <a:off x="4788694" y="389715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1" name="Google Shape;651;p12"/>
              <p:cNvSpPr/>
              <p:nvPr/>
            </p:nvSpPr>
            <p:spPr>
              <a:xfrm>
                <a:off x="4788694" y="409908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2" name="Google Shape;652;p12"/>
              <p:cNvSpPr/>
              <p:nvPr/>
            </p:nvSpPr>
            <p:spPr>
              <a:xfrm>
                <a:off x="4788694" y="430101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3" name="Google Shape;653;p12"/>
              <p:cNvSpPr/>
              <p:nvPr/>
            </p:nvSpPr>
            <p:spPr>
              <a:xfrm>
                <a:off x="4788694" y="450389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4" name="Google Shape;654;p12"/>
              <p:cNvSpPr/>
              <p:nvPr/>
            </p:nvSpPr>
            <p:spPr>
              <a:xfrm>
                <a:off x="4584859" y="227790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5" name="Google Shape;655;p12"/>
              <p:cNvSpPr/>
              <p:nvPr/>
            </p:nvSpPr>
            <p:spPr>
              <a:xfrm>
                <a:off x="4584859" y="247983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6" name="Google Shape;656;p12"/>
              <p:cNvSpPr/>
              <p:nvPr/>
            </p:nvSpPr>
            <p:spPr>
              <a:xfrm>
                <a:off x="4584859" y="2681763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7" name="Google Shape;657;p12"/>
              <p:cNvSpPr/>
              <p:nvPr/>
            </p:nvSpPr>
            <p:spPr>
              <a:xfrm>
                <a:off x="4584859" y="288464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8" name="Google Shape;658;p12"/>
              <p:cNvSpPr/>
              <p:nvPr/>
            </p:nvSpPr>
            <p:spPr>
              <a:xfrm>
                <a:off x="4584859" y="308657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59" name="Google Shape;659;p12"/>
              <p:cNvSpPr/>
              <p:nvPr/>
            </p:nvSpPr>
            <p:spPr>
              <a:xfrm>
                <a:off x="4584859" y="328850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0" name="Google Shape;660;p12"/>
              <p:cNvSpPr/>
              <p:nvPr/>
            </p:nvSpPr>
            <p:spPr>
              <a:xfrm>
                <a:off x="4584859" y="3490436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1" name="Google Shape;661;p12"/>
              <p:cNvSpPr/>
              <p:nvPr/>
            </p:nvSpPr>
            <p:spPr>
              <a:xfrm>
                <a:off x="4584859" y="369331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2" name="Google Shape;662;p12"/>
              <p:cNvSpPr/>
              <p:nvPr/>
            </p:nvSpPr>
            <p:spPr>
              <a:xfrm>
                <a:off x="4584859" y="389524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3" name="Google Shape;663;p12"/>
              <p:cNvSpPr/>
              <p:nvPr/>
            </p:nvSpPr>
            <p:spPr>
              <a:xfrm>
                <a:off x="4584859" y="409717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4" name="Google Shape;664;p12"/>
              <p:cNvSpPr/>
              <p:nvPr/>
            </p:nvSpPr>
            <p:spPr>
              <a:xfrm>
                <a:off x="4584859" y="4299108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6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5" name="Google Shape;665;p12"/>
              <p:cNvSpPr/>
              <p:nvPr/>
            </p:nvSpPr>
            <p:spPr>
              <a:xfrm>
                <a:off x="4584859" y="4501991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6" name="Google Shape;666;p12"/>
              <p:cNvSpPr/>
              <p:nvPr/>
            </p:nvSpPr>
            <p:spPr>
              <a:xfrm>
                <a:off x="4381024" y="227599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7" name="Google Shape;667;p12"/>
              <p:cNvSpPr/>
              <p:nvPr/>
            </p:nvSpPr>
            <p:spPr>
              <a:xfrm>
                <a:off x="4381024" y="247792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8" name="Google Shape;668;p12"/>
              <p:cNvSpPr/>
              <p:nvPr/>
            </p:nvSpPr>
            <p:spPr>
              <a:xfrm>
                <a:off x="4381024" y="267985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69" name="Google Shape;669;p12"/>
              <p:cNvSpPr/>
              <p:nvPr/>
            </p:nvSpPr>
            <p:spPr>
              <a:xfrm>
                <a:off x="4381024" y="288274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0" name="Google Shape;670;p12"/>
              <p:cNvSpPr/>
              <p:nvPr/>
            </p:nvSpPr>
            <p:spPr>
              <a:xfrm>
                <a:off x="4381024" y="308467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1" name="Google Shape;671;p12"/>
              <p:cNvSpPr/>
              <p:nvPr/>
            </p:nvSpPr>
            <p:spPr>
              <a:xfrm>
                <a:off x="4381024" y="328660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2" name="Google Shape;672;p12"/>
              <p:cNvSpPr/>
              <p:nvPr/>
            </p:nvSpPr>
            <p:spPr>
              <a:xfrm>
                <a:off x="4381024" y="348853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3" name="Google Shape;673;p12"/>
              <p:cNvSpPr/>
              <p:nvPr/>
            </p:nvSpPr>
            <p:spPr>
              <a:xfrm>
                <a:off x="4381024" y="369141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4" name="Google Shape;674;p12"/>
              <p:cNvSpPr/>
              <p:nvPr/>
            </p:nvSpPr>
            <p:spPr>
              <a:xfrm>
                <a:off x="4381024" y="389334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5" name="Google Shape;675;p12"/>
              <p:cNvSpPr/>
              <p:nvPr/>
            </p:nvSpPr>
            <p:spPr>
              <a:xfrm>
                <a:off x="4381024" y="409527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6" name="Google Shape;676;p12"/>
              <p:cNvSpPr/>
              <p:nvPr/>
            </p:nvSpPr>
            <p:spPr>
              <a:xfrm>
                <a:off x="4381024" y="429720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2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7" name="Google Shape;677;p12"/>
              <p:cNvSpPr/>
              <p:nvPr/>
            </p:nvSpPr>
            <p:spPr>
              <a:xfrm>
                <a:off x="4381024" y="450008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8" name="Google Shape;678;p12"/>
              <p:cNvSpPr/>
              <p:nvPr/>
            </p:nvSpPr>
            <p:spPr>
              <a:xfrm>
                <a:off x="4176236" y="227409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79" name="Google Shape;679;p12"/>
              <p:cNvSpPr/>
              <p:nvPr/>
            </p:nvSpPr>
            <p:spPr>
              <a:xfrm>
                <a:off x="4176236" y="247602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0" name="Google Shape;680;p12"/>
              <p:cNvSpPr/>
              <p:nvPr/>
            </p:nvSpPr>
            <p:spPr>
              <a:xfrm>
                <a:off x="4176236" y="267795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1" name="Google Shape;681;p12"/>
              <p:cNvSpPr/>
              <p:nvPr/>
            </p:nvSpPr>
            <p:spPr>
              <a:xfrm>
                <a:off x="4176236" y="288083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2" name="Google Shape;682;p12"/>
              <p:cNvSpPr/>
              <p:nvPr/>
            </p:nvSpPr>
            <p:spPr>
              <a:xfrm>
                <a:off x="4176236" y="308276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3" name="Google Shape;683;p12"/>
              <p:cNvSpPr/>
              <p:nvPr/>
            </p:nvSpPr>
            <p:spPr>
              <a:xfrm>
                <a:off x="4176236" y="328469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4" name="Google Shape;684;p12"/>
              <p:cNvSpPr/>
              <p:nvPr/>
            </p:nvSpPr>
            <p:spPr>
              <a:xfrm>
                <a:off x="4176236" y="348662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5" name="Google Shape;685;p12"/>
              <p:cNvSpPr/>
              <p:nvPr/>
            </p:nvSpPr>
            <p:spPr>
              <a:xfrm>
                <a:off x="4176236" y="368950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6" name="Google Shape;686;p12"/>
              <p:cNvSpPr/>
              <p:nvPr/>
            </p:nvSpPr>
            <p:spPr>
              <a:xfrm>
                <a:off x="4176236" y="389143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7" name="Google Shape;687;p12"/>
              <p:cNvSpPr/>
              <p:nvPr/>
            </p:nvSpPr>
            <p:spPr>
              <a:xfrm>
                <a:off x="4176236" y="409336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8" name="Google Shape;688;p12"/>
              <p:cNvSpPr/>
              <p:nvPr/>
            </p:nvSpPr>
            <p:spPr>
              <a:xfrm>
                <a:off x="4176236" y="429529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89" name="Google Shape;689;p12"/>
              <p:cNvSpPr/>
              <p:nvPr/>
            </p:nvSpPr>
            <p:spPr>
              <a:xfrm>
                <a:off x="4176236" y="449818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0" name="Google Shape;690;p12"/>
              <p:cNvSpPr/>
              <p:nvPr/>
            </p:nvSpPr>
            <p:spPr>
              <a:xfrm>
                <a:off x="3973354" y="227314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1" name="Google Shape;691;p12"/>
              <p:cNvSpPr/>
              <p:nvPr/>
            </p:nvSpPr>
            <p:spPr>
              <a:xfrm>
                <a:off x="3973354" y="247507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2" name="Google Shape;692;p12"/>
              <p:cNvSpPr/>
              <p:nvPr/>
            </p:nvSpPr>
            <p:spPr>
              <a:xfrm>
                <a:off x="3973354" y="2677001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3" name="Google Shape;693;p12"/>
              <p:cNvSpPr/>
              <p:nvPr/>
            </p:nvSpPr>
            <p:spPr>
              <a:xfrm>
                <a:off x="3973354" y="287988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4" name="Google Shape;694;p12"/>
              <p:cNvSpPr/>
              <p:nvPr/>
            </p:nvSpPr>
            <p:spPr>
              <a:xfrm>
                <a:off x="3973354" y="308181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5" name="Google Shape;695;p12"/>
              <p:cNvSpPr/>
              <p:nvPr/>
            </p:nvSpPr>
            <p:spPr>
              <a:xfrm>
                <a:off x="3973354" y="328374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6" name="Google Shape;696;p12"/>
              <p:cNvSpPr/>
              <p:nvPr/>
            </p:nvSpPr>
            <p:spPr>
              <a:xfrm>
                <a:off x="3973354" y="3485673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7" name="Google Shape;697;p12"/>
              <p:cNvSpPr/>
              <p:nvPr/>
            </p:nvSpPr>
            <p:spPr>
              <a:xfrm>
                <a:off x="3973354" y="368855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8" name="Google Shape;698;p12"/>
              <p:cNvSpPr/>
              <p:nvPr/>
            </p:nvSpPr>
            <p:spPr>
              <a:xfrm>
                <a:off x="3973354" y="389048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699" name="Google Shape;699;p12"/>
              <p:cNvSpPr/>
              <p:nvPr/>
            </p:nvSpPr>
            <p:spPr>
              <a:xfrm>
                <a:off x="3973354" y="409241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0" name="Google Shape;700;p12"/>
              <p:cNvSpPr/>
              <p:nvPr/>
            </p:nvSpPr>
            <p:spPr>
              <a:xfrm>
                <a:off x="3973354" y="4294346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1" name="Google Shape;701;p12"/>
              <p:cNvSpPr/>
              <p:nvPr/>
            </p:nvSpPr>
            <p:spPr>
              <a:xfrm>
                <a:off x="3973354" y="4497228"/>
                <a:ext cx="104775" cy="104775"/>
              </a:xfrm>
              <a:custGeom>
                <a:rect b="b" l="l" r="r" t="t"/>
                <a:pathLst>
                  <a:path extrusionOk="0" h="104775" w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2" name="Google Shape;702;p12"/>
              <p:cNvSpPr/>
              <p:nvPr/>
            </p:nvSpPr>
            <p:spPr>
              <a:xfrm>
                <a:off x="3769519" y="227123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3" name="Google Shape;703;p12"/>
              <p:cNvSpPr/>
              <p:nvPr/>
            </p:nvSpPr>
            <p:spPr>
              <a:xfrm>
                <a:off x="3769519" y="247316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4" name="Google Shape;704;p12"/>
              <p:cNvSpPr/>
              <p:nvPr/>
            </p:nvSpPr>
            <p:spPr>
              <a:xfrm>
                <a:off x="3769519" y="267509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5" name="Google Shape;705;p12"/>
              <p:cNvSpPr/>
              <p:nvPr/>
            </p:nvSpPr>
            <p:spPr>
              <a:xfrm>
                <a:off x="3769519" y="2877978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6" name="Google Shape;706;p12"/>
              <p:cNvSpPr/>
              <p:nvPr/>
            </p:nvSpPr>
            <p:spPr>
              <a:xfrm>
                <a:off x="3769519" y="3079908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7" name="Google Shape;707;p12"/>
              <p:cNvSpPr/>
              <p:nvPr/>
            </p:nvSpPr>
            <p:spPr>
              <a:xfrm>
                <a:off x="3769519" y="3281838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8" name="Google Shape;708;p12"/>
              <p:cNvSpPr/>
              <p:nvPr/>
            </p:nvSpPr>
            <p:spPr>
              <a:xfrm>
                <a:off x="3769519" y="3483768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09" name="Google Shape;709;p12"/>
              <p:cNvSpPr/>
              <p:nvPr/>
            </p:nvSpPr>
            <p:spPr>
              <a:xfrm>
                <a:off x="3769519" y="368665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0" name="Google Shape;710;p12"/>
              <p:cNvSpPr/>
              <p:nvPr/>
            </p:nvSpPr>
            <p:spPr>
              <a:xfrm>
                <a:off x="3769519" y="388858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1" name="Google Shape;711;p12"/>
              <p:cNvSpPr/>
              <p:nvPr/>
            </p:nvSpPr>
            <p:spPr>
              <a:xfrm>
                <a:off x="3769519" y="409051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2" name="Google Shape;712;p12"/>
              <p:cNvSpPr/>
              <p:nvPr/>
            </p:nvSpPr>
            <p:spPr>
              <a:xfrm>
                <a:off x="3769519" y="429244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3" name="Google Shape;713;p12"/>
              <p:cNvSpPr/>
              <p:nvPr/>
            </p:nvSpPr>
            <p:spPr>
              <a:xfrm>
                <a:off x="3769519" y="4495323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4" name="Google Shape;714;p12"/>
              <p:cNvSpPr/>
              <p:nvPr/>
            </p:nvSpPr>
            <p:spPr>
              <a:xfrm>
                <a:off x="3565684" y="226933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5" name="Google Shape;715;p12"/>
              <p:cNvSpPr/>
              <p:nvPr/>
            </p:nvSpPr>
            <p:spPr>
              <a:xfrm>
                <a:off x="3565684" y="247126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6" name="Google Shape;716;p12"/>
              <p:cNvSpPr/>
              <p:nvPr/>
            </p:nvSpPr>
            <p:spPr>
              <a:xfrm>
                <a:off x="3565684" y="2673191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7" name="Google Shape;717;p12"/>
              <p:cNvSpPr/>
              <p:nvPr/>
            </p:nvSpPr>
            <p:spPr>
              <a:xfrm>
                <a:off x="3565684" y="2876073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8" name="Google Shape;718;p12"/>
              <p:cNvSpPr/>
              <p:nvPr/>
            </p:nvSpPr>
            <p:spPr>
              <a:xfrm>
                <a:off x="3565684" y="3078003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19" name="Google Shape;719;p12"/>
              <p:cNvSpPr/>
              <p:nvPr/>
            </p:nvSpPr>
            <p:spPr>
              <a:xfrm>
                <a:off x="3565684" y="3279933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0" name="Google Shape;720;p12"/>
              <p:cNvSpPr/>
              <p:nvPr/>
            </p:nvSpPr>
            <p:spPr>
              <a:xfrm>
                <a:off x="3565684" y="3481863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1" name="Google Shape;721;p12"/>
              <p:cNvSpPr/>
              <p:nvPr/>
            </p:nvSpPr>
            <p:spPr>
              <a:xfrm>
                <a:off x="3565684" y="368474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2" name="Google Shape;722;p12"/>
              <p:cNvSpPr/>
              <p:nvPr/>
            </p:nvSpPr>
            <p:spPr>
              <a:xfrm>
                <a:off x="3565684" y="388667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3" name="Google Shape;723;p12"/>
              <p:cNvSpPr/>
              <p:nvPr/>
            </p:nvSpPr>
            <p:spPr>
              <a:xfrm>
                <a:off x="3565684" y="408860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4" name="Google Shape;724;p12"/>
              <p:cNvSpPr/>
              <p:nvPr/>
            </p:nvSpPr>
            <p:spPr>
              <a:xfrm>
                <a:off x="3565684" y="4290536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5" name="Google Shape;725;p12"/>
              <p:cNvSpPr/>
              <p:nvPr/>
            </p:nvSpPr>
            <p:spPr>
              <a:xfrm>
                <a:off x="3565684" y="4493418"/>
                <a:ext cx="114300" cy="114300"/>
              </a:xfrm>
              <a:custGeom>
                <a:rect b="b" l="l" r="r" t="t"/>
                <a:pathLst>
                  <a:path extrusionOk="0" h="114300" w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6" name="Google Shape;726;p12"/>
              <p:cNvSpPr/>
              <p:nvPr/>
            </p:nvSpPr>
            <p:spPr>
              <a:xfrm>
                <a:off x="3360896" y="226742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7" name="Google Shape;727;p12"/>
              <p:cNvSpPr/>
              <p:nvPr/>
            </p:nvSpPr>
            <p:spPr>
              <a:xfrm>
                <a:off x="3360896" y="246935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8" name="Google Shape;728;p12"/>
              <p:cNvSpPr/>
              <p:nvPr/>
            </p:nvSpPr>
            <p:spPr>
              <a:xfrm>
                <a:off x="3360896" y="267128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29" name="Google Shape;729;p12"/>
              <p:cNvSpPr/>
              <p:nvPr/>
            </p:nvSpPr>
            <p:spPr>
              <a:xfrm>
                <a:off x="3361849" y="287416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0" name="Google Shape;730;p12"/>
              <p:cNvSpPr/>
              <p:nvPr/>
            </p:nvSpPr>
            <p:spPr>
              <a:xfrm>
                <a:off x="3360896" y="307609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1" name="Google Shape;731;p12"/>
              <p:cNvSpPr/>
              <p:nvPr/>
            </p:nvSpPr>
            <p:spPr>
              <a:xfrm>
                <a:off x="3360896" y="327802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2" name="Google Shape;732;p12"/>
              <p:cNvSpPr/>
              <p:nvPr/>
            </p:nvSpPr>
            <p:spPr>
              <a:xfrm>
                <a:off x="3360896" y="347995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3" name="Google Shape;733;p12"/>
              <p:cNvSpPr/>
              <p:nvPr/>
            </p:nvSpPr>
            <p:spPr>
              <a:xfrm>
                <a:off x="3360896" y="368284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4" name="Google Shape;734;p12"/>
              <p:cNvSpPr/>
              <p:nvPr/>
            </p:nvSpPr>
            <p:spPr>
              <a:xfrm>
                <a:off x="3360896" y="388477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5" name="Google Shape;735;p12"/>
              <p:cNvSpPr/>
              <p:nvPr/>
            </p:nvSpPr>
            <p:spPr>
              <a:xfrm>
                <a:off x="3361849" y="408670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6" name="Google Shape;736;p12"/>
              <p:cNvSpPr/>
              <p:nvPr/>
            </p:nvSpPr>
            <p:spPr>
              <a:xfrm>
                <a:off x="3360896" y="428863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7" name="Google Shape;737;p12"/>
              <p:cNvSpPr/>
              <p:nvPr/>
            </p:nvSpPr>
            <p:spPr>
              <a:xfrm>
                <a:off x="3360896" y="449151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8" name="Google Shape;738;p12"/>
              <p:cNvSpPr/>
              <p:nvPr/>
            </p:nvSpPr>
            <p:spPr>
              <a:xfrm>
                <a:off x="3158014" y="226647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39" name="Google Shape;739;p12"/>
              <p:cNvSpPr/>
              <p:nvPr/>
            </p:nvSpPr>
            <p:spPr>
              <a:xfrm>
                <a:off x="3158014" y="246840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0" name="Google Shape;740;p12"/>
              <p:cNvSpPr/>
              <p:nvPr/>
            </p:nvSpPr>
            <p:spPr>
              <a:xfrm>
                <a:off x="3158014" y="267033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1" name="Google Shape;741;p12"/>
              <p:cNvSpPr/>
              <p:nvPr/>
            </p:nvSpPr>
            <p:spPr>
              <a:xfrm>
                <a:off x="3158014" y="287321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2" name="Google Shape;742;p12"/>
              <p:cNvSpPr/>
              <p:nvPr/>
            </p:nvSpPr>
            <p:spPr>
              <a:xfrm>
                <a:off x="3158014" y="307514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3" name="Google Shape;743;p12"/>
              <p:cNvSpPr/>
              <p:nvPr/>
            </p:nvSpPr>
            <p:spPr>
              <a:xfrm>
                <a:off x="3158014" y="327707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4" name="Google Shape;744;p12"/>
              <p:cNvSpPr/>
              <p:nvPr/>
            </p:nvSpPr>
            <p:spPr>
              <a:xfrm>
                <a:off x="3158014" y="347900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5" name="Google Shape;745;p12"/>
              <p:cNvSpPr/>
              <p:nvPr/>
            </p:nvSpPr>
            <p:spPr>
              <a:xfrm>
                <a:off x="3158014" y="368188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6" name="Google Shape;746;p12"/>
              <p:cNvSpPr/>
              <p:nvPr/>
            </p:nvSpPr>
            <p:spPr>
              <a:xfrm>
                <a:off x="3158014" y="388381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7" name="Google Shape;747;p12"/>
              <p:cNvSpPr/>
              <p:nvPr/>
            </p:nvSpPr>
            <p:spPr>
              <a:xfrm>
                <a:off x="3158014" y="408574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8" name="Google Shape;748;p12"/>
              <p:cNvSpPr/>
              <p:nvPr/>
            </p:nvSpPr>
            <p:spPr>
              <a:xfrm>
                <a:off x="3158014" y="428767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49" name="Google Shape;749;p12"/>
              <p:cNvSpPr/>
              <p:nvPr/>
            </p:nvSpPr>
            <p:spPr>
              <a:xfrm>
                <a:off x="3158014" y="449056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0" name="Google Shape;750;p12"/>
              <p:cNvSpPr/>
              <p:nvPr/>
            </p:nvSpPr>
            <p:spPr>
              <a:xfrm>
                <a:off x="2954179" y="226456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1" name="Google Shape;751;p12"/>
              <p:cNvSpPr/>
              <p:nvPr/>
            </p:nvSpPr>
            <p:spPr>
              <a:xfrm>
                <a:off x="2954179" y="246649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2" name="Google Shape;752;p12"/>
              <p:cNvSpPr/>
              <p:nvPr/>
            </p:nvSpPr>
            <p:spPr>
              <a:xfrm>
                <a:off x="2954179" y="266842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3" name="Google Shape;753;p12"/>
              <p:cNvSpPr/>
              <p:nvPr/>
            </p:nvSpPr>
            <p:spPr>
              <a:xfrm>
                <a:off x="2954179" y="287131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4" name="Google Shape;754;p12"/>
              <p:cNvSpPr/>
              <p:nvPr/>
            </p:nvSpPr>
            <p:spPr>
              <a:xfrm>
                <a:off x="2954179" y="307324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5" name="Google Shape;755;p12"/>
              <p:cNvSpPr/>
              <p:nvPr/>
            </p:nvSpPr>
            <p:spPr>
              <a:xfrm>
                <a:off x="2954179" y="327517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6" name="Google Shape;756;p12"/>
              <p:cNvSpPr/>
              <p:nvPr/>
            </p:nvSpPr>
            <p:spPr>
              <a:xfrm>
                <a:off x="2954179" y="347710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7" name="Google Shape;757;p12"/>
              <p:cNvSpPr/>
              <p:nvPr/>
            </p:nvSpPr>
            <p:spPr>
              <a:xfrm>
                <a:off x="2954179" y="367998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8" name="Google Shape;758;p12"/>
              <p:cNvSpPr/>
              <p:nvPr/>
            </p:nvSpPr>
            <p:spPr>
              <a:xfrm>
                <a:off x="2954179" y="388191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59" name="Google Shape;759;p12"/>
              <p:cNvSpPr/>
              <p:nvPr/>
            </p:nvSpPr>
            <p:spPr>
              <a:xfrm>
                <a:off x="2954179" y="408384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7144" y="65246"/>
                    </a:moveTo>
                    <a:cubicBezTo>
                      <a:pt x="7144" y="96679"/>
                      <a:pt x="32861" y="123349"/>
                      <a:pt x="65246" y="123349"/>
                    </a:cubicBezTo>
                    <a:cubicBezTo>
                      <a:pt x="96679" y="123349"/>
                      <a:pt x="123349" y="97631"/>
                      <a:pt x="123349" y="65246"/>
                    </a:cubicBezTo>
                    <a:cubicBezTo>
                      <a:pt x="123349" y="32861"/>
                      <a:pt x="97631" y="7144"/>
                      <a:pt x="65246" y="7144"/>
                    </a:cubicBezTo>
                    <a:cubicBezTo>
                      <a:pt x="32861" y="7144"/>
                      <a:pt x="7144" y="33814"/>
                      <a:pt x="7144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0" name="Google Shape;760;p12"/>
              <p:cNvSpPr/>
              <p:nvPr/>
            </p:nvSpPr>
            <p:spPr>
              <a:xfrm>
                <a:off x="2954179" y="428577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1" name="Google Shape;761;p12"/>
              <p:cNvSpPr/>
              <p:nvPr/>
            </p:nvSpPr>
            <p:spPr>
              <a:xfrm>
                <a:off x="2954179" y="448865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2" name="Google Shape;762;p12"/>
              <p:cNvSpPr/>
              <p:nvPr/>
            </p:nvSpPr>
            <p:spPr>
              <a:xfrm>
                <a:off x="2751296" y="226361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3" name="Google Shape;763;p12"/>
              <p:cNvSpPr/>
              <p:nvPr/>
            </p:nvSpPr>
            <p:spPr>
              <a:xfrm>
                <a:off x="2751296" y="246554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4" name="Google Shape;764;p12"/>
              <p:cNvSpPr/>
              <p:nvPr/>
            </p:nvSpPr>
            <p:spPr>
              <a:xfrm>
                <a:off x="2751296" y="2667476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5" name="Google Shape;765;p12"/>
              <p:cNvSpPr/>
              <p:nvPr/>
            </p:nvSpPr>
            <p:spPr>
              <a:xfrm>
                <a:off x="2751296" y="287035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6" name="Google Shape;766;p12"/>
              <p:cNvSpPr/>
              <p:nvPr/>
            </p:nvSpPr>
            <p:spPr>
              <a:xfrm>
                <a:off x="2751296" y="307228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7" name="Google Shape;767;p12"/>
              <p:cNvSpPr/>
              <p:nvPr/>
            </p:nvSpPr>
            <p:spPr>
              <a:xfrm>
                <a:off x="2751296" y="327421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8" name="Google Shape;768;p12"/>
              <p:cNvSpPr/>
              <p:nvPr/>
            </p:nvSpPr>
            <p:spPr>
              <a:xfrm>
                <a:off x="2751296" y="3476148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69" name="Google Shape;769;p12"/>
              <p:cNvSpPr/>
              <p:nvPr/>
            </p:nvSpPr>
            <p:spPr>
              <a:xfrm>
                <a:off x="2751296" y="367903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0" name="Google Shape;770;p12"/>
              <p:cNvSpPr/>
              <p:nvPr/>
            </p:nvSpPr>
            <p:spPr>
              <a:xfrm>
                <a:off x="2751296" y="388096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1" name="Google Shape;771;p12"/>
              <p:cNvSpPr/>
              <p:nvPr/>
            </p:nvSpPr>
            <p:spPr>
              <a:xfrm>
                <a:off x="2751296" y="408289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2" name="Google Shape;772;p12"/>
              <p:cNvSpPr/>
              <p:nvPr/>
            </p:nvSpPr>
            <p:spPr>
              <a:xfrm>
                <a:off x="2751296" y="4284821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3"/>
                      <a:pt x="33584" y="7144"/>
                      <a:pt x="66199" y="7144"/>
                    </a:cubicBezTo>
                    <a:cubicBezTo>
                      <a:pt x="98814" y="7144"/>
                      <a:pt x="125254" y="33583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3" name="Google Shape;773;p12"/>
              <p:cNvSpPr/>
              <p:nvPr/>
            </p:nvSpPr>
            <p:spPr>
              <a:xfrm>
                <a:off x="2751296" y="4487703"/>
                <a:ext cx="123825" cy="123825"/>
              </a:xfrm>
              <a:custGeom>
                <a:rect b="b" l="l" r="r" t="t"/>
                <a:pathLst>
                  <a:path extrusionOk="0" h="123825" w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4" name="Google Shape;774;p12"/>
              <p:cNvSpPr/>
              <p:nvPr/>
            </p:nvSpPr>
            <p:spPr>
              <a:xfrm>
                <a:off x="2546509" y="226171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5" name="Google Shape;775;p12"/>
              <p:cNvSpPr/>
              <p:nvPr/>
            </p:nvSpPr>
            <p:spPr>
              <a:xfrm>
                <a:off x="2546509" y="246364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6" name="Google Shape;776;p12"/>
              <p:cNvSpPr/>
              <p:nvPr/>
            </p:nvSpPr>
            <p:spPr>
              <a:xfrm>
                <a:off x="2546509" y="266557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6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7" name="Google Shape;777;p12"/>
              <p:cNvSpPr/>
              <p:nvPr/>
            </p:nvSpPr>
            <p:spPr>
              <a:xfrm>
                <a:off x="2546509" y="2868453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8" name="Google Shape;778;p12"/>
              <p:cNvSpPr/>
              <p:nvPr/>
            </p:nvSpPr>
            <p:spPr>
              <a:xfrm>
                <a:off x="2546509" y="3070383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3814"/>
                      <a:pt x="714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79" name="Google Shape;779;p12"/>
              <p:cNvSpPr/>
              <p:nvPr/>
            </p:nvSpPr>
            <p:spPr>
              <a:xfrm>
                <a:off x="2546509" y="3272313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0" name="Google Shape;780;p12"/>
              <p:cNvSpPr/>
              <p:nvPr/>
            </p:nvSpPr>
            <p:spPr>
              <a:xfrm>
                <a:off x="2546509" y="3474243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1" name="Google Shape;781;p12"/>
              <p:cNvSpPr/>
              <p:nvPr/>
            </p:nvSpPr>
            <p:spPr>
              <a:xfrm>
                <a:off x="2546509" y="367712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2" name="Google Shape;782;p12"/>
              <p:cNvSpPr/>
              <p:nvPr/>
            </p:nvSpPr>
            <p:spPr>
              <a:xfrm>
                <a:off x="2546509" y="387905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3" name="Google Shape;783;p12"/>
              <p:cNvSpPr/>
              <p:nvPr/>
            </p:nvSpPr>
            <p:spPr>
              <a:xfrm>
                <a:off x="2546509" y="408098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4766"/>
                      <a:pt x="714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4" name="Google Shape;784;p12"/>
              <p:cNvSpPr/>
              <p:nvPr/>
            </p:nvSpPr>
            <p:spPr>
              <a:xfrm>
                <a:off x="2546509" y="428291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5" name="Google Shape;785;p12"/>
              <p:cNvSpPr/>
              <p:nvPr/>
            </p:nvSpPr>
            <p:spPr>
              <a:xfrm>
                <a:off x="2546509" y="4485798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6" name="Google Shape;786;p12"/>
              <p:cNvSpPr/>
              <p:nvPr/>
            </p:nvSpPr>
            <p:spPr>
              <a:xfrm>
                <a:off x="2342674" y="225980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7" name="Google Shape;787;p12"/>
              <p:cNvSpPr/>
              <p:nvPr/>
            </p:nvSpPr>
            <p:spPr>
              <a:xfrm>
                <a:off x="2342674" y="246173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8" name="Google Shape;788;p12"/>
              <p:cNvSpPr/>
              <p:nvPr/>
            </p:nvSpPr>
            <p:spPr>
              <a:xfrm>
                <a:off x="2342674" y="2663666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89" name="Google Shape;789;p12"/>
              <p:cNvSpPr/>
              <p:nvPr/>
            </p:nvSpPr>
            <p:spPr>
              <a:xfrm>
                <a:off x="2342674" y="2866548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0" name="Google Shape;790;p12"/>
              <p:cNvSpPr/>
              <p:nvPr/>
            </p:nvSpPr>
            <p:spPr>
              <a:xfrm>
                <a:off x="2342674" y="3068478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1" name="Google Shape;791;p12"/>
              <p:cNvSpPr/>
              <p:nvPr/>
            </p:nvSpPr>
            <p:spPr>
              <a:xfrm>
                <a:off x="2342674" y="3270408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2" name="Google Shape;792;p12"/>
              <p:cNvSpPr/>
              <p:nvPr/>
            </p:nvSpPr>
            <p:spPr>
              <a:xfrm>
                <a:off x="2342674" y="3472338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3" name="Google Shape;793;p12"/>
              <p:cNvSpPr/>
              <p:nvPr/>
            </p:nvSpPr>
            <p:spPr>
              <a:xfrm>
                <a:off x="2342674" y="367522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4" name="Google Shape;794;p12"/>
              <p:cNvSpPr/>
              <p:nvPr/>
            </p:nvSpPr>
            <p:spPr>
              <a:xfrm>
                <a:off x="2342674" y="387715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5" name="Google Shape;795;p12"/>
              <p:cNvSpPr/>
              <p:nvPr/>
            </p:nvSpPr>
            <p:spPr>
              <a:xfrm>
                <a:off x="2342674" y="407908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6" name="Google Shape;796;p12"/>
              <p:cNvSpPr/>
              <p:nvPr/>
            </p:nvSpPr>
            <p:spPr>
              <a:xfrm>
                <a:off x="2342674" y="4281011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7" name="Google Shape;797;p12"/>
              <p:cNvSpPr/>
              <p:nvPr/>
            </p:nvSpPr>
            <p:spPr>
              <a:xfrm>
                <a:off x="2342674" y="4483893"/>
                <a:ext cx="133350" cy="133350"/>
              </a:xfrm>
              <a:custGeom>
                <a:rect b="b" l="l" r="r" t="t"/>
                <a:pathLst>
                  <a:path extrusionOk="0" h="133350" w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8" name="Google Shape;798;p12"/>
              <p:cNvSpPr/>
              <p:nvPr/>
            </p:nvSpPr>
            <p:spPr>
              <a:xfrm>
                <a:off x="2138839" y="2257901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799" name="Google Shape;799;p12"/>
              <p:cNvSpPr/>
              <p:nvPr/>
            </p:nvSpPr>
            <p:spPr>
              <a:xfrm>
                <a:off x="2138839" y="2459831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0" name="Google Shape;800;p12"/>
              <p:cNvSpPr/>
              <p:nvPr/>
            </p:nvSpPr>
            <p:spPr>
              <a:xfrm>
                <a:off x="2138839" y="2661761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1" name="Google Shape;801;p12"/>
              <p:cNvSpPr/>
              <p:nvPr/>
            </p:nvSpPr>
            <p:spPr>
              <a:xfrm>
                <a:off x="2138839" y="2864643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2" name="Google Shape;802;p12"/>
              <p:cNvSpPr/>
              <p:nvPr/>
            </p:nvSpPr>
            <p:spPr>
              <a:xfrm>
                <a:off x="2138839" y="3066573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3" name="Google Shape;803;p12"/>
              <p:cNvSpPr/>
              <p:nvPr/>
            </p:nvSpPr>
            <p:spPr>
              <a:xfrm>
                <a:off x="2138839" y="3268503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4" name="Google Shape;804;p12"/>
              <p:cNvSpPr/>
              <p:nvPr/>
            </p:nvSpPr>
            <p:spPr>
              <a:xfrm>
                <a:off x="2138839" y="3470433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5" name="Google Shape;805;p12"/>
              <p:cNvSpPr/>
              <p:nvPr/>
            </p:nvSpPr>
            <p:spPr>
              <a:xfrm>
                <a:off x="2138839" y="3673316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6" name="Google Shape;806;p12"/>
              <p:cNvSpPr/>
              <p:nvPr/>
            </p:nvSpPr>
            <p:spPr>
              <a:xfrm>
                <a:off x="2138839" y="3875246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7" name="Google Shape;807;p12"/>
              <p:cNvSpPr/>
              <p:nvPr/>
            </p:nvSpPr>
            <p:spPr>
              <a:xfrm>
                <a:off x="2138839" y="4077176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8" name="Google Shape;808;p12"/>
              <p:cNvSpPr/>
              <p:nvPr/>
            </p:nvSpPr>
            <p:spPr>
              <a:xfrm>
                <a:off x="2138839" y="4279106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  <p:sp>
            <p:nvSpPr>
              <p:cNvPr id="809" name="Google Shape;809;p12"/>
              <p:cNvSpPr/>
              <p:nvPr/>
            </p:nvSpPr>
            <p:spPr>
              <a:xfrm>
                <a:off x="2138839" y="4481988"/>
                <a:ext cx="142875" cy="142875"/>
              </a:xfrm>
              <a:custGeom>
                <a:rect b="b" l="l" r="r" t="t"/>
                <a:pathLst>
                  <a:path extrusionOk="0" h="142875" w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4F127F">
                      <a:alpha val="89411"/>
                    </a:srgbClr>
                  </a:gs>
                  <a:gs pos="52999">
                    <a:srgbClr val="160976"/>
                  </a:gs>
                  <a:gs pos="84000">
                    <a:srgbClr val="010673"/>
                  </a:gs>
                  <a:gs pos="100000">
                    <a:srgbClr val="010673"/>
                  </a:gs>
                </a:gsLst>
                <a:lin ang="8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Meiryo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Meiryo"/>
                  <a:ea typeface="Meiryo"/>
                  <a:cs typeface="Meiryo"/>
                  <a:sym typeface="Meiryo"/>
                </a:endParaRPr>
              </a:p>
            </p:txBody>
          </p:sp>
        </p:grpSp>
        <p:sp>
          <p:nvSpPr>
            <p:cNvPr id="810" name="Google Shape;810;p12"/>
            <p:cNvSpPr/>
            <p:nvPr/>
          </p:nvSpPr>
          <p:spPr>
            <a:xfrm rot="5400000">
              <a:off x="2996310" y="3065750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1" name="Google Shape;811;p12"/>
            <p:cNvSpPr/>
            <p:nvPr/>
          </p:nvSpPr>
          <p:spPr>
            <a:xfrm rot="5400000">
              <a:off x="2918931" y="3065750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2" name="Google Shape;812;p12"/>
            <p:cNvSpPr/>
            <p:nvPr/>
          </p:nvSpPr>
          <p:spPr>
            <a:xfrm rot="5400000">
              <a:off x="2841188" y="3065750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3" name="Google Shape;813;p12"/>
            <p:cNvSpPr/>
            <p:nvPr/>
          </p:nvSpPr>
          <p:spPr>
            <a:xfrm rot="5400000">
              <a:off x="2996675" y="2988006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4" name="Google Shape;814;p12"/>
            <p:cNvSpPr/>
            <p:nvPr/>
          </p:nvSpPr>
          <p:spPr>
            <a:xfrm rot="5400000">
              <a:off x="2919296" y="2988006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5" name="Google Shape;815;p12"/>
            <p:cNvSpPr/>
            <p:nvPr/>
          </p:nvSpPr>
          <p:spPr>
            <a:xfrm rot="5400000">
              <a:off x="2841553" y="2988006"/>
              <a:ext cx="3650" cy="3650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6" name="Google Shape;816;p12"/>
            <p:cNvSpPr/>
            <p:nvPr/>
          </p:nvSpPr>
          <p:spPr>
            <a:xfrm rot="5400000">
              <a:off x="2993755" y="2909898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7" name="Google Shape;817;p12"/>
            <p:cNvSpPr/>
            <p:nvPr/>
          </p:nvSpPr>
          <p:spPr>
            <a:xfrm rot="5400000">
              <a:off x="2916376" y="2909898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8" name="Google Shape;818;p12"/>
            <p:cNvSpPr/>
            <p:nvPr/>
          </p:nvSpPr>
          <p:spPr>
            <a:xfrm rot="5400000">
              <a:off x="2838633" y="2909898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9" name="Google Shape;819;p12"/>
            <p:cNvSpPr/>
            <p:nvPr/>
          </p:nvSpPr>
          <p:spPr>
            <a:xfrm rot="5400000">
              <a:off x="2994120" y="2832155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0" name="Google Shape;820;p12"/>
            <p:cNvSpPr/>
            <p:nvPr/>
          </p:nvSpPr>
          <p:spPr>
            <a:xfrm rot="5400000">
              <a:off x="2916741" y="2832155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1" name="Google Shape;821;p12"/>
            <p:cNvSpPr/>
            <p:nvPr/>
          </p:nvSpPr>
          <p:spPr>
            <a:xfrm rot="5400000">
              <a:off x="2838998" y="2832155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2" name="Google Shape;822;p12"/>
            <p:cNvSpPr/>
            <p:nvPr/>
          </p:nvSpPr>
          <p:spPr>
            <a:xfrm rot="5400000">
              <a:off x="2994850" y="2753681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3" name="Google Shape;823;p12"/>
            <p:cNvSpPr/>
            <p:nvPr/>
          </p:nvSpPr>
          <p:spPr>
            <a:xfrm rot="5400000">
              <a:off x="2917471" y="2753681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4" name="Google Shape;824;p12"/>
            <p:cNvSpPr/>
            <p:nvPr/>
          </p:nvSpPr>
          <p:spPr>
            <a:xfrm rot="5400000">
              <a:off x="2839728" y="2753681"/>
              <a:ext cx="7300" cy="7300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5" name="Google Shape;825;p12"/>
            <p:cNvSpPr/>
            <p:nvPr/>
          </p:nvSpPr>
          <p:spPr>
            <a:xfrm rot="5400000">
              <a:off x="2991930" y="2675573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6" name="Google Shape;826;p12"/>
            <p:cNvSpPr/>
            <p:nvPr/>
          </p:nvSpPr>
          <p:spPr>
            <a:xfrm rot="5400000">
              <a:off x="2914552" y="2675573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7" name="Google Shape;827;p12"/>
            <p:cNvSpPr/>
            <p:nvPr/>
          </p:nvSpPr>
          <p:spPr>
            <a:xfrm rot="5400000">
              <a:off x="2836808" y="2675573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8" name="Google Shape;828;p12"/>
            <p:cNvSpPr/>
            <p:nvPr/>
          </p:nvSpPr>
          <p:spPr>
            <a:xfrm rot="5400000">
              <a:off x="2992660" y="2597465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9" name="Google Shape;829;p12"/>
            <p:cNvSpPr/>
            <p:nvPr/>
          </p:nvSpPr>
          <p:spPr>
            <a:xfrm rot="5400000">
              <a:off x="2915281" y="2597465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0" name="Google Shape;830;p12"/>
            <p:cNvSpPr/>
            <p:nvPr/>
          </p:nvSpPr>
          <p:spPr>
            <a:xfrm rot="5400000">
              <a:off x="2837538" y="2597465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1" name="Google Shape;831;p12"/>
            <p:cNvSpPr/>
            <p:nvPr/>
          </p:nvSpPr>
          <p:spPr>
            <a:xfrm rot="5400000">
              <a:off x="2993025" y="2519722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2" name="Google Shape;832;p12"/>
            <p:cNvSpPr/>
            <p:nvPr/>
          </p:nvSpPr>
          <p:spPr>
            <a:xfrm rot="5400000">
              <a:off x="2915646" y="2519722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3" name="Google Shape;833;p12"/>
            <p:cNvSpPr/>
            <p:nvPr/>
          </p:nvSpPr>
          <p:spPr>
            <a:xfrm rot="5400000">
              <a:off x="2837903" y="2519722"/>
              <a:ext cx="10950" cy="10950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4" name="Google Shape;834;p12"/>
            <p:cNvSpPr/>
            <p:nvPr/>
          </p:nvSpPr>
          <p:spPr>
            <a:xfrm rot="5400000">
              <a:off x="2990105" y="2441248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5" name="Google Shape;835;p12"/>
            <p:cNvSpPr/>
            <p:nvPr/>
          </p:nvSpPr>
          <p:spPr>
            <a:xfrm rot="5400000">
              <a:off x="2912726" y="2441248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6" name="Google Shape;836;p12"/>
            <p:cNvSpPr/>
            <p:nvPr/>
          </p:nvSpPr>
          <p:spPr>
            <a:xfrm rot="5400000">
              <a:off x="2834983" y="2441248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7" name="Google Shape;837;p12"/>
            <p:cNvSpPr/>
            <p:nvPr/>
          </p:nvSpPr>
          <p:spPr>
            <a:xfrm rot="5400000">
              <a:off x="2990835" y="2363140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8" name="Google Shape;838;p12"/>
            <p:cNvSpPr/>
            <p:nvPr/>
          </p:nvSpPr>
          <p:spPr>
            <a:xfrm rot="5400000">
              <a:off x="2913456" y="2363140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9" name="Google Shape;839;p12"/>
            <p:cNvSpPr/>
            <p:nvPr/>
          </p:nvSpPr>
          <p:spPr>
            <a:xfrm rot="5400000">
              <a:off x="2835713" y="2363140"/>
              <a:ext cx="14600" cy="1460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0" name="Google Shape;840;p12"/>
            <p:cNvSpPr/>
            <p:nvPr/>
          </p:nvSpPr>
          <p:spPr>
            <a:xfrm rot="5400000">
              <a:off x="2987915" y="2285032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1" name="Google Shape;841;p12"/>
            <p:cNvSpPr/>
            <p:nvPr/>
          </p:nvSpPr>
          <p:spPr>
            <a:xfrm rot="5400000">
              <a:off x="2910536" y="2285032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2" name="Google Shape;842;p12"/>
            <p:cNvSpPr/>
            <p:nvPr/>
          </p:nvSpPr>
          <p:spPr>
            <a:xfrm rot="5400000">
              <a:off x="2832793" y="2285032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3" name="Google Shape;843;p12"/>
            <p:cNvSpPr/>
            <p:nvPr/>
          </p:nvSpPr>
          <p:spPr>
            <a:xfrm rot="5400000">
              <a:off x="2988280" y="2207289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4" name="Google Shape;844;p12"/>
            <p:cNvSpPr/>
            <p:nvPr/>
          </p:nvSpPr>
          <p:spPr>
            <a:xfrm rot="5400000">
              <a:off x="2910902" y="2207289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5" name="Google Shape;845;p12"/>
            <p:cNvSpPr/>
            <p:nvPr/>
          </p:nvSpPr>
          <p:spPr>
            <a:xfrm rot="5400000">
              <a:off x="2833158" y="2207289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6" name="Google Shape;846;p12"/>
            <p:cNvSpPr/>
            <p:nvPr/>
          </p:nvSpPr>
          <p:spPr>
            <a:xfrm rot="5400000">
              <a:off x="2989010" y="2128815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7" name="Google Shape;847;p12"/>
            <p:cNvSpPr/>
            <p:nvPr/>
          </p:nvSpPr>
          <p:spPr>
            <a:xfrm rot="5400000">
              <a:off x="2911632" y="2128815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8" name="Google Shape;848;p12"/>
            <p:cNvSpPr/>
            <p:nvPr/>
          </p:nvSpPr>
          <p:spPr>
            <a:xfrm rot="5400000">
              <a:off x="2833888" y="2128815"/>
              <a:ext cx="18250" cy="18250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9" name="Google Shape;849;p12"/>
            <p:cNvSpPr/>
            <p:nvPr/>
          </p:nvSpPr>
          <p:spPr>
            <a:xfrm rot="5400000">
              <a:off x="2986090" y="2050707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0" name="Google Shape;850;p12"/>
            <p:cNvSpPr/>
            <p:nvPr/>
          </p:nvSpPr>
          <p:spPr>
            <a:xfrm rot="5400000">
              <a:off x="2908712" y="2050707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1" name="Google Shape;851;p12"/>
            <p:cNvSpPr/>
            <p:nvPr/>
          </p:nvSpPr>
          <p:spPr>
            <a:xfrm rot="5400000">
              <a:off x="2830968" y="2050707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2" name="Google Shape;852;p12"/>
            <p:cNvSpPr/>
            <p:nvPr/>
          </p:nvSpPr>
          <p:spPr>
            <a:xfrm rot="5400000">
              <a:off x="2986455" y="1972964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3" name="Google Shape;853;p12"/>
            <p:cNvSpPr/>
            <p:nvPr/>
          </p:nvSpPr>
          <p:spPr>
            <a:xfrm rot="5400000">
              <a:off x="2909076" y="1972964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4" name="Google Shape;854;p12"/>
            <p:cNvSpPr/>
            <p:nvPr/>
          </p:nvSpPr>
          <p:spPr>
            <a:xfrm rot="5400000">
              <a:off x="2831333" y="1972964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5" name="Google Shape;855;p12"/>
            <p:cNvSpPr/>
            <p:nvPr/>
          </p:nvSpPr>
          <p:spPr>
            <a:xfrm rot="5400000">
              <a:off x="2987185" y="1894856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6" name="Google Shape;856;p12"/>
            <p:cNvSpPr/>
            <p:nvPr/>
          </p:nvSpPr>
          <p:spPr>
            <a:xfrm rot="5400000">
              <a:off x="2909806" y="1894856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7" name="Google Shape;857;p12"/>
            <p:cNvSpPr/>
            <p:nvPr/>
          </p:nvSpPr>
          <p:spPr>
            <a:xfrm rot="5400000">
              <a:off x="2832063" y="1894856"/>
              <a:ext cx="21900" cy="21900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8" name="Google Shape;858;p12"/>
            <p:cNvSpPr/>
            <p:nvPr/>
          </p:nvSpPr>
          <p:spPr>
            <a:xfrm rot="5400000">
              <a:off x="2984265" y="1816382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9" name="Google Shape;859;p12"/>
            <p:cNvSpPr/>
            <p:nvPr/>
          </p:nvSpPr>
          <p:spPr>
            <a:xfrm rot="5400000">
              <a:off x="2906886" y="1816382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0" name="Google Shape;860;p12"/>
            <p:cNvSpPr/>
            <p:nvPr/>
          </p:nvSpPr>
          <p:spPr>
            <a:xfrm rot="5400000">
              <a:off x="2829143" y="1816382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1" name="Google Shape;861;p12"/>
            <p:cNvSpPr/>
            <p:nvPr/>
          </p:nvSpPr>
          <p:spPr>
            <a:xfrm rot="5400000">
              <a:off x="2984630" y="1738639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2" name="Google Shape;862;p12"/>
            <p:cNvSpPr/>
            <p:nvPr/>
          </p:nvSpPr>
          <p:spPr>
            <a:xfrm rot="5400000">
              <a:off x="2907252" y="1738639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3" name="Google Shape;863;p12"/>
            <p:cNvSpPr/>
            <p:nvPr/>
          </p:nvSpPr>
          <p:spPr>
            <a:xfrm rot="5400000">
              <a:off x="2829508" y="1738639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4" name="Google Shape;864;p12"/>
            <p:cNvSpPr/>
            <p:nvPr/>
          </p:nvSpPr>
          <p:spPr>
            <a:xfrm rot="5400000">
              <a:off x="2985360" y="1660531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5" name="Google Shape;865;p12"/>
            <p:cNvSpPr/>
            <p:nvPr/>
          </p:nvSpPr>
          <p:spPr>
            <a:xfrm rot="5400000">
              <a:off x="2907982" y="1660531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6" name="Google Shape;866;p12"/>
            <p:cNvSpPr/>
            <p:nvPr/>
          </p:nvSpPr>
          <p:spPr>
            <a:xfrm rot="5400000">
              <a:off x="2830238" y="1660531"/>
              <a:ext cx="25549" cy="25549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7" name="Google Shape;867;p12"/>
            <p:cNvSpPr/>
            <p:nvPr/>
          </p:nvSpPr>
          <p:spPr>
            <a:xfrm rot="5400000">
              <a:off x="2982805" y="1582057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8" name="Google Shape;868;p12"/>
            <p:cNvSpPr/>
            <p:nvPr/>
          </p:nvSpPr>
          <p:spPr>
            <a:xfrm rot="5400000">
              <a:off x="2905427" y="1582057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9" name="Google Shape;869;p12"/>
            <p:cNvSpPr/>
            <p:nvPr/>
          </p:nvSpPr>
          <p:spPr>
            <a:xfrm rot="5400000">
              <a:off x="2827683" y="1582057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0" name="Google Shape;870;p12"/>
            <p:cNvSpPr/>
            <p:nvPr/>
          </p:nvSpPr>
          <p:spPr>
            <a:xfrm rot="5400000">
              <a:off x="2983170" y="1504314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1" name="Google Shape;871;p12"/>
            <p:cNvSpPr/>
            <p:nvPr/>
          </p:nvSpPr>
          <p:spPr>
            <a:xfrm rot="5400000">
              <a:off x="2905792" y="1504314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2" name="Google Shape;872;p12"/>
            <p:cNvSpPr/>
            <p:nvPr/>
          </p:nvSpPr>
          <p:spPr>
            <a:xfrm rot="5400000">
              <a:off x="2828048" y="1504314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3" name="Google Shape;873;p12"/>
            <p:cNvSpPr/>
            <p:nvPr/>
          </p:nvSpPr>
          <p:spPr>
            <a:xfrm rot="5400000">
              <a:off x="2983535" y="1426206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4" name="Google Shape;874;p12"/>
            <p:cNvSpPr/>
            <p:nvPr/>
          </p:nvSpPr>
          <p:spPr>
            <a:xfrm rot="5400000">
              <a:off x="2906522" y="1426206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5" name="Google Shape;875;p12"/>
            <p:cNvSpPr/>
            <p:nvPr/>
          </p:nvSpPr>
          <p:spPr>
            <a:xfrm rot="5400000">
              <a:off x="2828413" y="1426206"/>
              <a:ext cx="29199" cy="29199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6" name="Google Shape;876;p12"/>
            <p:cNvSpPr/>
            <p:nvPr/>
          </p:nvSpPr>
          <p:spPr>
            <a:xfrm rot="5400000">
              <a:off x="2980615" y="1348098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7" name="Google Shape;877;p12"/>
            <p:cNvSpPr/>
            <p:nvPr/>
          </p:nvSpPr>
          <p:spPr>
            <a:xfrm rot="5400000">
              <a:off x="2903237" y="1348098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8" name="Google Shape;878;p12"/>
            <p:cNvSpPr/>
            <p:nvPr/>
          </p:nvSpPr>
          <p:spPr>
            <a:xfrm rot="5400000">
              <a:off x="2825493" y="1348098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9" name="Google Shape;879;p12"/>
            <p:cNvSpPr/>
            <p:nvPr/>
          </p:nvSpPr>
          <p:spPr>
            <a:xfrm rot="5400000">
              <a:off x="2981345" y="1269989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0" name="Google Shape;880;p12"/>
            <p:cNvSpPr/>
            <p:nvPr/>
          </p:nvSpPr>
          <p:spPr>
            <a:xfrm rot="5400000">
              <a:off x="2903967" y="1269989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1" name="Google Shape;881;p12"/>
            <p:cNvSpPr/>
            <p:nvPr/>
          </p:nvSpPr>
          <p:spPr>
            <a:xfrm rot="5400000">
              <a:off x="2826223" y="1269989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2" name="Google Shape;882;p12"/>
            <p:cNvSpPr/>
            <p:nvPr/>
          </p:nvSpPr>
          <p:spPr>
            <a:xfrm rot="5400000">
              <a:off x="2982075" y="1191881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3" name="Google Shape;883;p12"/>
            <p:cNvSpPr/>
            <p:nvPr/>
          </p:nvSpPr>
          <p:spPr>
            <a:xfrm rot="5400000">
              <a:off x="2904697" y="1191881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4" name="Google Shape;884;p12"/>
            <p:cNvSpPr/>
            <p:nvPr/>
          </p:nvSpPr>
          <p:spPr>
            <a:xfrm rot="5400000">
              <a:off x="2826953" y="1191881"/>
              <a:ext cx="32849" cy="32849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5" name="Google Shape;885;p12"/>
            <p:cNvSpPr/>
            <p:nvPr/>
          </p:nvSpPr>
          <p:spPr>
            <a:xfrm rot="5400000">
              <a:off x="2979155" y="1113408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6" name="Google Shape;886;p12"/>
            <p:cNvSpPr/>
            <p:nvPr/>
          </p:nvSpPr>
          <p:spPr>
            <a:xfrm rot="5400000">
              <a:off x="2901777" y="1113408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7" name="Google Shape;887;p12"/>
            <p:cNvSpPr/>
            <p:nvPr/>
          </p:nvSpPr>
          <p:spPr>
            <a:xfrm rot="5400000">
              <a:off x="2824034" y="1113408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8" name="Google Shape;888;p12"/>
            <p:cNvSpPr/>
            <p:nvPr/>
          </p:nvSpPr>
          <p:spPr>
            <a:xfrm rot="5400000">
              <a:off x="2979520" y="1035665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9" name="Google Shape;889;p12"/>
            <p:cNvSpPr/>
            <p:nvPr/>
          </p:nvSpPr>
          <p:spPr>
            <a:xfrm rot="5400000">
              <a:off x="2902142" y="1035665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0" name="Google Shape;890;p12"/>
            <p:cNvSpPr/>
            <p:nvPr/>
          </p:nvSpPr>
          <p:spPr>
            <a:xfrm rot="5400000">
              <a:off x="2824398" y="1035665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1" name="Google Shape;891;p12"/>
            <p:cNvSpPr/>
            <p:nvPr/>
          </p:nvSpPr>
          <p:spPr>
            <a:xfrm rot="5400000">
              <a:off x="2980250" y="957556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2" name="Google Shape;892;p12"/>
            <p:cNvSpPr/>
            <p:nvPr/>
          </p:nvSpPr>
          <p:spPr>
            <a:xfrm rot="5400000">
              <a:off x="2902872" y="957556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3" name="Google Shape;893;p12"/>
            <p:cNvSpPr/>
            <p:nvPr/>
          </p:nvSpPr>
          <p:spPr>
            <a:xfrm rot="5400000">
              <a:off x="2825128" y="957556"/>
              <a:ext cx="36499" cy="36499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4" name="Google Shape;894;p12"/>
            <p:cNvSpPr/>
            <p:nvPr/>
          </p:nvSpPr>
          <p:spPr>
            <a:xfrm rot="5400000">
              <a:off x="2977330" y="879448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5" name="Google Shape;895;p12"/>
            <p:cNvSpPr/>
            <p:nvPr/>
          </p:nvSpPr>
          <p:spPr>
            <a:xfrm rot="5400000">
              <a:off x="2899952" y="879448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6" name="Google Shape;896;p12"/>
            <p:cNvSpPr/>
            <p:nvPr/>
          </p:nvSpPr>
          <p:spPr>
            <a:xfrm rot="5400000">
              <a:off x="2822208" y="879448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7" name="Google Shape;897;p12"/>
            <p:cNvSpPr/>
            <p:nvPr/>
          </p:nvSpPr>
          <p:spPr>
            <a:xfrm rot="5400000">
              <a:off x="2978060" y="800975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8" name="Google Shape;898;p12"/>
            <p:cNvSpPr/>
            <p:nvPr/>
          </p:nvSpPr>
          <p:spPr>
            <a:xfrm rot="5400000">
              <a:off x="2900682" y="800975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9" name="Google Shape;899;p12"/>
            <p:cNvSpPr/>
            <p:nvPr/>
          </p:nvSpPr>
          <p:spPr>
            <a:xfrm rot="5400000">
              <a:off x="2822938" y="800975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0" name="Google Shape;900;p12"/>
            <p:cNvSpPr/>
            <p:nvPr/>
          </p:nvSpPr>
          <p:spPr>
            <a:xfrm rot="5400000">
              <a:off x="2978425" y="723232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1" name="Google Shape;901;p12"/>
            <p:cNvSpPr/>
            <p:nvPr/>
          </p:nvSpPr>
          <p:spPr>
            <a:xfrm rot="5400000">
              <a:off x="2901047" y="723232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6204" y="56674"/>
                  </a:moveTo>
                  <a:cubicBezTo>
                    <a:pt x="106204" y="84028"/>
                    <a:pt x="84028" y="106204"/>
                    <a:pt x="56674" y="106204"/>
                  </a:cubicBezTo>
                  <a:cubicBezTo>
                    <a:pt x="29319" y="106204"/>
                    <a:pt x="7144" y="84028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2" name="Google Shape;902;p12"/>
            <p:cNvSpPr/>
            <p:nvPr/>
          </p:nvSpPr>
          <p:spPr>
            <a:xfrm rot="5400000">
              <a:off x="2823304" y="723232"/>
              <a:ext cx="40149" cy="40149"/>
            </a:xfrm>
            <a:custGeom>
              <a:rect b="b" l="l" r="r" t="t"/>
              <a:pathLst>
                <a:path extrusionOk="0" h="104775" w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3" name="Google Shape;903;p12"/>
            <p:cNvSpPr/>
            <p:nvPr/>
          </p:nvSpPr>
          <p:spPr>
            <a:xfrm rot="5400000">
              <a:off x="2975505" y="645123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4" name="Google Shape;904;p12"/>
            <p:cNvSpPr/>
            <p:nvPr/>
          </p:nvSpPr>
          <p:spPr>
            <a:xfrm rot="5400000">
              <a:off x="2898127" y="645123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0014" y="58579"/>
                  </a:moveTo>
                  <a:cubicBezTo>
                    <a:pt x="110014" y="86985"/>
                    <a:pt x="86986" y="110014"/>
                    <a:pt x="58579" y="110014"/>
                  </a:cubicBezTo>
                  <a:cubicBezTo>
                    <a:pt x="30172" y="110014"/>
                    <a:pt x="7144" y="86985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5" name="Google Shape;905;p12"/>
            <p:cNvSpPr/>
            <p:nvPr/>
          </p:nvSpPr>
          <p:spPr>
            <a:xfrm rot="5400000">
              <a:off x="2820384" y="645123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6" name="Google Shape;906;p12"/>
            <p:cNvSpPr/>
            <p:nvPr/>
          </p:nvSpPr>
          <p:spPr>
            <a:xfrm rot="5400000">
              <a:off x="2976235" y="567015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7" name="Google Shape;907;p12"/>
            <p:cNvSpPr/>
            <p:nvPr/>
          </p:nvSpPr>
          <p:spPr>
            <a:xfrm rot="5400000">
              <a:off x="2898857" y="567015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8" name="Google Shape;908;p12"/>
            <p:cNvSpPr/>
            <p:nvPr/>
          </p:nvSpPr>
          <p:spPr>
            <a:xfrm rot="5400000">
              <a:off x="2821114" y="567015"/>
              <a:ext cx="43799" cy="43799"/>
            </a:xfrm>
            <a:custGeom>
              <a:rect b="b" l="l" r="r" t="t"/>
              <a:pathLst>
                <a:path extrusionOk="0" h="114300" w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9" name="Google Shape;909;p12"/>
            <p:cNvSpPr/>
            <p:nvPr/>
          </p:nvSpPr>
          <p:spPr>
            <a:xfrm rot="5400000">
              <a:off x="2973315" y="488907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7144" y="62389"/>
                  </a:moveTo>
                  <a:cubicBezTo>
                    <a:pt x="7144" y="92869"/>
                    <a:pt x="31909" y="117634"/>
                    <a:pt x="62389" y="117634"/>
                  </a:cubicBezTo>
                  <a:cubicBezTo>
                    <a:pt x="92869" y="117634"/>
                    <a:pt x="117634" y="92869"/>
                    <a:pt x="117634" y="62389"/>
                  </a:cubicBezTo>
                  <a:cubicBezTo>
                    <a:pt x="117634" y="31909"/>
                    <a:pt x="92869" y="7144"/>
                    <a:pt x="62389" y="7144"/>
                  </a:cubicBezTo>
                  <a:cubicBezTo>
                    <a:pt x="31909" y="7144"/>
                    <a:pt x="7144" y="31909"/>
                    <a:pt x="7144" y="623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0" name="Google Shape;910;p12"/>
            <p:cNvSpPr/>
            <p:nvPr/>
          </p:nvSpPr>
          <p:spPr>
            <a:xfrm rot="5400000">
              <a:off x="2895937" y="488542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1" name="Google Shape;911;p12"/>
            <p:cNvSpPr/>
            <p:nvPr/>
          </p:nvSpPr>
          <p:spPr>
            <a:xfrm rot="5400000">
              <a:off x="2818194" y="488542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2" name="Google Shape;912;p12"/>
            <p:cNvSpPr/>
            <p:nvPr/>
          </p:nvSpPr>
          <p:spPr>
            <a:xfrm rot="5400000">
              <a:off x="2973680" y="410799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3" name="Google Shape;913;p12"/>
            <p:cNvSpPr/>
            <p:nvPr/>
          </p:nvSpPr>
          <p:spPr>
            <a:xfrm rot="5400000">
              <a:off x="2896302" y="410799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4" name="Google Shape;914;p12"/>
            <p:cNvSpPr/>
            <p:nvPr/>
          </p:nvSpPr>
          <p:spPr>
            <a:xfrm rot="5400000">
              <a:off x="2818558" y="410799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5" name="Google Shape;915;p12"/>
            <p:cNvSpPr/>
            <p:nvPr/>
          </p:nvSpPr>
          <p:spPr>
            <a:xfrm rot="5400000">
              <a:off x="2974410" y="332690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7144" y="65246"/>
                  </a:moveTo>
                  <a:cubicBezTo>
                    <a:pt x="7144" y="96679"/>
                    <a:pt x="32861" y="123349"/>
                    <a:pt x="65246" y="123349"/>
                  </a:cubicBezTo>
                  <a:cubicBezTo>
                    <a:pt x="96679" y="123349"/>
                    <a:pt x="123349" y="97631"/>
                    <a:pt x="123349" y="65246"/>
                  </a:cubicBezTo>
                  <a:cubicBezTo>
                    <a:pt x="123349" y="32861"/>
                    <a:pt x="97631" y="7144"/>
                    <a:pt x="65246" y="7144"/>
                  </a:cubicBezTo>
                  <a:cubicBezTo>
                    <a:pt x="32861" y="7144"/>
                    <a:pt x="7144" y="33814"/>
                    <a:pt x="7144" y="652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6" name="Google Shape;916;p12"/>
            <p:cNvSpPr/>
            <p:nvPr/>
          </p:nvSpPr>
          <p:spPr>
            <a:xfrm rot="5400000">
              <a:off x="2897032" y="332690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5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7" name="Google Shape;917;p12"/>
            <p:cNvSpPr/>
            <p:nvPr/>
          </p:nvSpPr>
          <p:spPr>
            <a:xfrm rot="5400000">
              <a:off x="2819288" y="332690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6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8" name="Google Shape;918;p12"/>
            <p:cNvSpPr/>
            <p:nvPr/>
          </p:nvSpPr>
          <p:spPr>
            <a:xfrm rot="5400000">
              <a:off x="2974775" y="254947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9" name="Google Shape;919;p12"/>
            <p:cNvSpPr/>
            <p:nvPr/>
          </p:nvSpPr>
          <p:spPr>
            <a:xfrm rot="5400000">
              <a:off x="2897397" y="254947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3"/>
                    <a:pt x="33584" y="7144"/>
                    <a:pt x="66199" y="7144"/>
                  </a:cubicBezTo>
                  <a:cubicBezTo>
                    <a:pt x="98814" y="7144"/>
                    <a:pt x="125254" y="33583"/>
                    <a:pt x="125254" y="6619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0" name="Google Shape;920;p12"/>
            <p:cNvSpPr/>
            <p:nvPr/>
          </p:nvSpPr>
          <p:spPr>
            <a:xfrm rot="5400000">
              <a:off x="2819654" y="254947"/>
              <a:ext cx="47449" cy="47449"/>
            </a:xfrm>
            <a:custGeom>
              <a:rect b="b" l="l" r="r" t="t"/>
              <a:pathLst>
                <a:path extrusionOk="0" h="123825" w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1" name="Google Shape;921;p12"/>
            <p:cNvSpPr/>
            <p:nvPr/>
          </p:nvSpPr>
          <p:spPr>
            <a:xfrm rot="5400000">
              <a:off x="2971855" y="176474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7144" y="68104"/>
                  </a:moveTo>
                  <a:cubicBezTo>
                    <a:pt x="7144" y="101441"/>
                    <a:pt x="34766" y="129064"/>
                    <a:pt x="68104" y="129064"/>
                  </a:cubicBezTo>
                  <a:cubicBezTo>
                    <a:pt x="101441" y="129064"/>
                    <a:pt x="129064" y="101441"/>
                    <a:pt x="129064" y="68104"/>
                  </a:cubicBezTo>
                  <a:cubicBezTo>
                    <a:pt x="129064" y="34766"/>
                    <a:pt x="101441" y="7144"/>
                    <a:pt x="68104" y="7144"/>
                  </a:cubicBezTo>
                  <a:cubicBezTo>
                    <a:pt x="34766" y="7144"/>
                    <a:pt x="7144" y="34766"/>
                    <a:pt x="7144" y="681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2" name="Google Shape;922;p12"/>
            <p:cNvSpPr/>
            <p:nvPr/>
          </p:nvSpPr>
          <p:spPr>
            <a:xfrm rot="5400000">
              <a:off x="2894477" y="176474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3" name="Google Shape;923;p12"/>
            <p:cNvSpPr/>
            <p:nvPr/>
          </p:nvSpPr>
          <p:spPr>
            <a:xfrm rot="5400000">
              <a:off x="2816734" y="176474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4" name="Google Shape;924;p12"/>
            <p:cNvSpPr/>
            <p:nvPr/>
          </p:nvSpPr>
          <p:spPr>
            <a:xfrm rot="5400000">
              <a:off x="2972585" y="98365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5" name="Google Shape;925;p12"/>
            <p:cNvSpPr/>
            <p:nvPr/>
          </p:nvSpPr>
          <p:spPr>
            <a:xfrm rot="5400000">
              <a:off x="2895207" y="98365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6" name="Google Shape;926;p12"/>
            <p:cNvSpPr/>
            <p:nvPr/>
          </p:nvSpPr>
          <p:spPr>
            <a:xfrm rot="5400000">
              <a:off x="2817464" y="98365"/>
              <a:ext cx="51099" cy="51099"/>
            </a:xfrm>
            <a:custGeom>
              <a:rect b="b" l="l" r="r" t="t"/>
              <a:pathLst>
                <a:path extrusionOk="0" h="133350" w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7" name="Google Shape;927;p12"/>
            <p:cNvSpPr/>
            <p:nvPr/>
          </p:nvSpPr>
          <p:spPr>
            <a:xfrm rot="5400000">
              <a:off x="2969665" y="20257"/>
              <a:ext cx="54749" cy="54749"/>
            </a:xfrm>
            <a:custGeom>
              <a:rect b="b" l="l" r="r" t="t"/>
              <a:pathLst>
                <a:path extrusionOk="0" h="142875" w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8" name="Google Shape;928;p12"/>
            <p:cNvSpPr/>
            <p:nvPr/>
          </p:nvSpPr>
          <p:spPr>
            <a:xfrm rot="5400000">
              <a:off x="2892287" y="20257"/>
              <a:ext cx="54749" cy="54749"/>
            </a:xfrm>
            <a:custGeom>
              <a:rect b="b" l="l" r="r" t="t"/>
              <a:pathLst>
                <a:path extrusionOk="0" h="142875" w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9" name="Google Shape;929;p12"/>
            <p:cNvSpPr/>
            <p:nvPr/>
          </p:nvSpPr>
          <p:spPr>
            <a:xfrm rot="5400000">
              <a:off x="2814544" y="20257"/>
              <a:ext cx="54749" cy="54749"/>
            </a:xfrm>
            <a:custGeom>
              <a:rect b="b" l="l" r="r" t="t"/>
              <a:pathLst>
                <a:path extrusionOk="0" h="142875" w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pic>
        <p:nvPicPr>
          <p:cNvPr descr="C:\Users\HaLT15\Desktop\FPT Software Doc.png" id="930" name="Google Shape;93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4951" y="3215146"/>
            <a:ext cx="675249" cy="427707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12"/>
          <p:cNvSpPr txBox="1"/>
          <p:nvPr/>
        </p:nvSpPr>
        <p:spPr>
          <a:xfrm>
            <a:off x="0" y="5230509"/>
            <a:ext cx="9468000" cy="36000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2"/>
          <p:cNvSpPr txBox="1"/>
          <p:nvPr/>
        </p:nvSpPr>
        <p:spPr>
          <a:xfrm>
            <a:off x="914400" y="3832494"/>
            <a:ext cx="685800" cy="1416015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2"/>
          <p:cNvSpPr txBox="1"/>
          <p:nvPr>
            <p:ph idx="2" type="body"/>
          </p:nvPr>
        </p:nvSpPr>
        <p:spPr>
          <a:xfrm>
            <a:off x="442315" y="4178774"/>
            <a:ext cx="16174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3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13"/>
          <p:cNvSpPr txBox="1"/>
          <p:nvPr>
            <p:ph idx="1" type="body"/>
          </p:nvPr>
        </p:nvSpPr>
        <p:spPr>
          <a:xfrm>
            <a:off x="950400" y="1065600"/>
            <a:ext cx="518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7" name="Google Shape;937;p13"/>
          <p:cNvSpPr txBox="1"/>
          <p:nvPr>
            <p:ph idx="2" type="body"/>
          </p:nvPr>
        </p:nvSpPr>
        <p:spPr>
          <a:xfrm>
            <a:off x="6230400" y="1065600"/>
            <a:ext cx="518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8" name="Google Shape;938;p13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9" name="Google Shape;939;p13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4"/>
          <p:cNvSpPr txBox="1"/>
          <p:nvPr>
            <p:ph type="title"/>
          </p:nvPr>
        </p:nvSpPr>
        <p:spPr>
          <a:xfrm>
            <a:off x="950400" y="277200"/>
            <a:ext cx="10515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14"/>
          <p:cNvSpPr txBox="1"/>
          <p:nvPr>
            <p:ph idx="1" type="body"/>
          </p:nvPr>
        </p:nvSpPr>
        <p:spPr>
          <a:xfrm>
            <a:off x="950400" y="1065600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3" name="Google Shape;943;p14"/>
          <p:cNvSpPr txBox="1"/>
          <p:nvPr>
            <p:ph idx="2" type="body"/>
          </p:nvPr>
        </p:nvSpPr>
        <p:spPr>
          <a:xfrm>
            <a:off x="950400" y="1981200"/>
            <a:ext cx="5157787" cy="420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4" name="Google Shape;944;p14"/>
          <p:cNvSpPr txBox="1"/>
          <p:nvPr>
            <p:ph idx="3" type="body"/>
          </p:nvPr>
        </p:nvSpPr>
        <p:spPr>
          <a:xfrm>
            <a:off x="6282812" y="1065600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5" name="Google Shape;945;p14"/>
          <p:cNvSpPr txBox="1"/>
          <p:nvPr>
            <p:ph idx="4" type="body"/>
          </p:nvPr>
        </p:nvSpPr>
        <p:spPr>
          <a:xfrm>
            <a:off x="6282812" y="1981200"/>
            <a:ext cx="5183188" cy="420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6" name="Google Shape;946;p14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7" name="Google Shape;947;p14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>
  <p:cSld name="タイトルのみ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5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0" name="Google Shape;950;p15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1" name="Google Shape;951;p15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p15"/>
          <p:cNvSpPr/>
          <p:nvPr/>
        </p:nvSpPr>
        <p:spPr>
          <a:xfrm>
            <a:off x="871311" y="1309376"/>
            <a:ext cx="2033562" cy="2033562"/>
          </a:xfrm>
          <a:prstGeom prst="ellipse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953" name="Google Shape;953;p15"/>
          <p:cNvGrpSpPr/>
          <p:nvPr/>
        </p:nvGrpSpPr>
        <p:grpSpPr>
          <a:xfrm>
            <a:off x="745732" y="1183797"/>
            <a:ext cx="5138804" cy="2284720"/>
            <a:chOff x="745732" y="1473112"/>
            <a:chExt cx="5138804" cy="2284720"/>
          </a:xfrm>
        </p:grpSpPr>
        <p:sp>
          <p:nvSpPr>
            <p:cNvPr id="954" name="Google Shape;954;p15"/>
            <p:cNvSpPr/>
            <p:nvPr/>
          </p:nvSpPr>
          <p:spPr>
            <a:xfrm rot="10800000">
              <a:off x="745732" y="1473112"/>
              <a:ext cx="2284720" cy="2284720"/>
            </a:xfrm>
            <a:prstGeom prst="arc">
              <a:avLst>
                <a:gd fmla="val 6123682" name="adj1"/>
                <a:gd fmla="val 10016834" name="adj2"/>
              </a:avLst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955" name="Google Shape;955;p15"/>
            <p:cNvCxnSpPr>
              <a:endCxn id="954" idx="2"/>
            </p:cNvCxnSpPr>
            <p:nvPr/>
          </p:nvCxnSpPr>
          <p:spPr>
            <a:xfrm rot="10800000">
              <a:off x="3000936" y="2357472"/>
              <a:ext cx="288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56" name="Google Shape;956;p15"/>
          <p:cNvSpPr/>
          <p:nvPr/>
        </p:nvSpPr>
        <p:spPr>
          <a:xfrm>
            <a:off x="3138862" y="1463487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57" name="Google Shape;957;p15"/>
          <p:cNvSpPr/>
          <p:nvPr/>
        </p:nvSpPr>
        <p:spPr>
          <a:xfrm>
            <a:off x="6604164" y="1309376"/>
            <a:ext cx="2033562" cy="2033562"/>
          </a:xfrm>
          <a:prstGeom prst="ellipse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958" name="Google Shape;958;p15"/>
          <p:cNvGrpSpPr/>
          <p:nvPr/>
        </p:nvGrpSpPr>
        <p:grpSpPr>
          <a:xfrm>
            <a:off x="6478585" y="1183797"/>
            <a:ext cx="5138804" cy="2284720"/>
            <a:chOff x="6478585" y="1473112"/>
            <a:chExt cx="5138804" cy="2284720"/>
          </a:xfrm>
        </p:grpSpPr>
        <p:sp>
          <p:nvSpPr>
            <p:cNvPr id="959" name="Google Shape;959;p15"/>
            <p:cNvSpPr/>
            <p:nvPr/>
          </p:nvSpPr>
          <p:spPr>
            <a:xfrm rot="10800000">
              <a:off x="6478585" y="1473112"/>
              <a:ext cx="2284720" cy="2284720"/>
            </a:xfrm>
            <a:prstGeom prst="arc">
              <a:avLst>
                <a:gd fmla="val 6123682" name="adj1"/>
                <a:gd fmla="val 10016834" name="adj2"/>
              </a:avLst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960" name="Google Shape;960;p15"/>
            <p:cNvCxnSpPr>
              <a:endCxn id="959" idx="2"/>
            </p:cNvCxnSpPr>
            <p:nvPr/>
          </p:nvCxnSpPr>
          <p:spPr>
            <a:xfrm rot="10800000">
              <a:off x="8733789" y="2357472"/>
              <a:ext cx="288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61" name="Google Shape;961;p15"/>
          <p:cNvSpPr/>
          <p:nvPr/>
        </p:nvSpPr>
        <p:spPr>
          <a:xfrm>
            <a:off x="8871715" y="1463487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962" name="Google Shape;962;p15"/>
          <p:cNvGrpSpPr/>
          <p:nvPr/>
        </p:nvGrpSpPr>
        <p:grpSpPr>
          <a:xfrm>
            <a:off x="745732" y="3712232"/>
            <a:ext cx="5138804" cy="2284720"/>
            <a:chOff x="573326" y="1181694"/>
            <a:chExt cx="5138804" cy="2284720"/>
          </a:xfrm>
        </p:grpSpPr>
        <p:sp>
          <p:nvSpPr>
            <p:cNvPr id="963" name="Google Shape;963;p15"/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64" name="Google Shape;964;p15"/>
            <p:cNvSpPr/>
            <p:nvPr/>
          </p:nvSpPr>
          <p:spPr>
            <a:xfrm rot="10800000">
              <a:off x="573326" y="1181694"/>
              <a:ext cx="2284720" cy="2284720"/>
            </a:xfrm>
            <a:prstGeom prst="arc">
              <a:avLst>
                <a:gd fmla="val 6123682" name="adj1"/>
                <a:gd fmla="val 10016834" name="adj2"/>
              </a:avLst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965" name="Google Shape;965;p15"/>
            <p:cNvCxnSpPr>
              <a:endCxn id="964" idx="2"/>
            </p:cNvCxnSpPr>
            <p:nvPr/>
          </p:nvCxnSpPr>
          <p:spPr>
            <a:xfrm rot="10800000">
              <a:off x="2828530" y="2066054"/>
              <a:ext cx="288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66" name="Google Shape;966;p15"/>
          <p:cNvSpPr/>
          <p:nvPr/>
        </p:nvSpPr>
        <p:spPr>
          <a:xfrm>
            <a:off x="3138862" y="3991922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967" name="Google Shape;967;p15"/>
          <p:cNvGrpSpPr/>
          <p:nvPr/>
        </p:nvGrpSpPr>
        <p:grpSpPr>
          <a:xfrm>
            <a:off x="6478585" y="3712232"/>
            <a:ext cx="5138804" cy="2284720"/>
            <a:chOff x="573326" y="1181694"/>
            <a:chExt cx="5138804" cy="2284720"/>
          </a:xfrm>
        </p:grpSpPr>
        <p:sp>
          <p:nvSpPr>
            <p:cNvPr id="968" name="Google Shape;968;p15"/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69" name="Google Shape;969;p15"/>
            <p:cNvSpPr/>
            <p:nvPr/>
          </p:nvSpPr>
          <p:spPr>
            <a:xfrm rot="10800000">
              <a:off x="573326" y="1181694"/>
              <a:ext cx="2284720" cy="2284720"/>
            </a:xfrm>
            <a:prstGeom prst="arc">
              <a:avLst>
                <a:gd fmla="val 6123682" name="adj1"/>
                <a:gd fmla="val 10016834" name="adj2"/>
              </a:avLst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970" name="Google Shape;970;p15"/>
            <p:cNvCxnSpPr>
              <a:endCxn id="969" idx="2"/>
            </p:cNvCxnSpPr>
            <p:nvPr/>
          </p:nvCxnSpPr>
          <p:spPr>
            <a:xfrm rot="10800000">
              <a:off x="2828530" y="2066054"/>
              <a:ext cx="2883600" cy="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1" name="Google Shape;971;p15"/>
          <p:cNvSpPr/>
          <p:nvPr/>
        </p:nvSpPr>
        <p:spPr>
          <a:xfrm>
            <a:off x="8871715" y="3991922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72" name="Google Shape;972;p15"/>
          <p:cNvSpPr/>
          <p:nvPr>
            <p:ph idx="2" type="pic"/>
          </p:nvPr>
        </p:nvSpPr>
        <p:spPr>
          <a:xfrm>
            <a:off x="981249" y="1419314"/>
            <a:ext cx="1813686" cy="181368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3" name="Google Shape;973;p15"/>
          <p:cNvSpPr/>
          <p:nvPr>
            <p:ph idx="3" type="pic"/>
          </p:nvPr>
        </p:nvSpPr>
        <p:spPr>
          <a:xfrm>
            <a:off x="6714102" y="1419314"/>
            <a:ext cx="1813686" cy="181368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4" name="Google Shape;974;p15"/>
          <p:cNvSpPr/>
          <p:nvPr>
            <p:ph idx="4" type="pic"/>
          </p:nvPr>
        </p:nvSpPr>
        <p:spPr>
          <a:xfrm>
            <a:off x="6714102" y="3947749"/>
            <a:ext cx="1813686" cy="181368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5" name="Google Shape;975;p15"/>
          <p:cNvSpPr/>
          <p:nvPr>
            <p:ph idx="5" type="pic"/>
          </p:nvPr>
        </p:nvSpPr>
        <p:spPr>
          <a:xfrm>
            <a:off x="981249" y="3947749"/>
            <a:ext cx="1813686" cy="1813686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76" name="Google Shape;976;p15"/>
          <p:cNvSpPr txBox="1"/>
          <p:nvPr>
            <p:ph idx="1" type="body"/>
          </p:nvPr>
        </p:nvSpPr>
        <p:spPr>
          <a:xfrm>
            <a:off x="3065044" y="2204099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7" name="Google Shape;977;p15"/>
          <p:cNvSpPr txBox="1"/>
          <p:nvPr>
            <p:ph idx="6" type="body"/>
          </p:nvPr>
        </p:nvSpPr>
        <p:spPr>
          <a:xfrm>
            <a:off x="3065044" y="4727511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8" name="Google Shape;978;p15"/>
          <p:cNvSpPr txBox="1"/>
          <p:nvPr>
            <p:ph idx="7" type="body"/>
          </p:nvPr>
        </p:nvSpPr>
        <p:spPr>
          <a:xfrm>
            <a:off x="8739784" y="2204099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9" name="Google Shape;979;p15"/>
          <p:cNvSpPr txBox="1"/>
          <p:nvPr>
            <p:ph idx="8" type="body"/>
          </p:nvPr>
        </p:nvSpPr>
        <p:spPr>
          <a:xfrm>
            <a:off x="8739784" y="4727511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0" name="Google Shape;980;p15"/>
          <p:cNvSpPr/>
          <p:nvPr>
            <p:ph idx="9" type="pic"/>
          </p:nvPr>
        </p:nvSpPr>
        <p:spPr>
          <a:xfrm>
            <a:off x="3293201" y="3947723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981" name="Google Shape;981;p15"/>
          <p:cNvSpPr/>
          <p:nvPr>
            <p:ph idx="13" type="pic"/>
          </p:nvPr>
        </p:nvSpPr>
        <p:spPr>
          <a:xfrm>
            <a:off x="3293201" y="1426915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982" name="Google Shape;982;p15"/>
          <p:cNvSpPr/>
          <p:nvPr>
            <p:ph idx="14" type="pic"/>
          </p:nvPr>
        </p:nvSpPr>
        <p:spPr>
          <a:xfrm>
            <a:off x="9026054" y="3947723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983" name="Google Shape;983;p15"/>
          <p:cNvSpPr/>
          <p:nvPr>
            <p:ph idx="15" type="pic"/>
          </p:nvPr>
        </p:nvSpPr>
        <p:spPr>
          <a:xfrm>
            <a:off x="9026054" y="1426915"/>
            <a:ext cx="546100" cy="5476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のみ">
  <p:cSld name="1_タイトルのみ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6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6" name="Google Shape;986;p16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7" name="Google Shape;987;p16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88" name="Google Shape;988;p16"/>
          <p:cNvCxnSpPr/>
          <p:nvPr/>
        </p:nvCxnSpPr>
        <p:spPr>
          <a:xfrm rot="10800000">
            <a:off x="2970087" y="2100297"/>
            <a:ext cx="288373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9" name="Google Shape;989;p16"/>
          <p:cNvSpPr/>
          <p:nvPr/>
        </p:nvSpPr>
        <p:spPr>
          <a:xfrm>
            <a:off x="3108013" y="1495627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90" name="Google Shape;990;p16"/>
          <p:cNvCxnSpPr/>
          <p:nvPr/>
        </p:nvCxnSpPr>
        <p:spPr>
          <a:xfrm rot="10800000">
            <a:off x="8702940" y="2100297"/>
            <a:ext cx="288373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1" name="Google Shape;991;p16"/>
          <p:cNvSpPr/>
          <p:nvPr/>
        </p:nvSpPr>
        <p:spPr>
          <a:xfrm>
            <a:off x="8840866" y="1495627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92" name="Google Shape;992;p16"/>
          <p:cNvCxnSpPr/>
          <p:nvPr/>
        </p:nvCxnSpPr>
        <p:spPr>
          <a:xfrm rot="10800000">
            <a:off x="2970087" y="4628732"/>
            <a:ext cx="288373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3" name="Google Shape;993;p16"/>
          <p:cNvSpPr/>
          <p:nvPr/>
        </p:nvSpPr>
        <p:spPr>
          <a:xfrm>
            <a:off x="3108013" y="4024062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94" name="Google Shape;994;p16"/>
          <p:cNvCxnSpPr/>
          <p:nvPr/>
        </p:nvCxnSpPr>
        <p:spPr>
          <a:xfrm rot="10800000">
            <a:off x="8702940" y="4628732"/>
            <a:ext cx="2883737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5" name="Google Shape;995;p16"/>
          <p:cNvSpPr/>
          <p:nvPr/>
        </p:nvSpPr>
        <p:spPr>
          <a:xfrm>
            <a:off x="8840866" y="4024062"/>
            <a:ext cx="464073" cy="464073"/>
          </a:xfrm>
          <a:prstGeom prst="ellipse">
            <a:avLst/>
          </a:prstGeom>
          <a:solidFill>
            <a:srgbClr val="1569B2">
              <a:alpha val="1843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96" name="Google Shape;996;p16"/>
          <p:cNvSpPr/>
          <p:nvPr>
            <p:ph idx="2" type="pic"/>
          </p:nvPr>
        </p:nvSpPr>
        <p:spPr>
          <a:xfrm>
            <a:off x="950400" y="1193454"/>
            <a:ext cx="1813686" cy="18136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7" name="Google Shape;997;p16"/>
          <p:cNvSpPr/>
          <p:nvPr>
            <p:ph idx="3" type="pic"/>
          </p:nvPr>
        </p:nvSpPr>
        <p:spPr>
          <a:xfrm>
            <a:off x="6683253" y="1193454"/>
            <a:ext cx="1813686" cy="18136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8" name="Google Shape;998;p16"/>
          <p:cNvSpPr/>
          <p:nvPr>
            <p:ph idx="4" type="pic"/>
          </p:nvPr>
        </p:nvSpPr>
        <p:spPr>
          <a:xfrm>
            <a:off x="6683253" y="3721889"/>
            <a:ext cx="1813686" cy="18136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9" name="Google Shape;999;p16"/>
          <p:cNvSpPr/>
          <p:nvPr>
            <p:ph idx="5" type="pic"/>
          </p:nvPr>
        </p:nvSpPr>
        <p:spPr>
          <a:xfrm>
            <a:off x="950400" y="3721889"/>
            <a:ext cx="1813686" cy="18136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0" name="Google Shape;1000;p16"/>
          <p:cNvSpPr txBox="1"/>
          <p:nvPr>
            <p:ph idx="1" type="body"/>
          </p:nvPr>
        </p:nvSpPr>
        <p:spPr>
          <a:xfrm>
            <a:off x="3034195" y="2236239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1" name="Google Shape;1001;p16"/>
          <p:cNvSpPr txBox="1"/>
          <p:nvPr>
            <p:ph idx="6" type="body"/>
          </p:nvPr>
        </p:nvSpPr>
        <p:spPr>
          <a:xfrm>
            <a:off x="3034195" y="4759651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2" name="Google Shape;1002;p16"/>
          <p:cNvSpPr txBox="1"/>
          <p:nvPr>
            <p:ph idx="7" type="body"/>
          </p:nvPr>
        </p:nvSpPr>
        <p:spPr>
          <a:xfrm>
            <a:off x="8708935" y="2236239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3" name="Google Shape;1003;p16"/>
          <p:cNvSpPr txBox="1"/>
          <p:nvPr>
            <p:ph idx="8" type="body"/>
          </p:nvPr>
        </p:nvSpPr>
        <p:spPr>
          <a:xfrm>
            <a:off x="8708935" y="4759651"/>
            <a:ext cx="2877742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7228"/>
              </a:buClr>
              <a:buSzPts val="1600"/>
              <a:buFont typeface="Arial"/>
              <a:buNone/>
              <a:defRPr sz="1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4" name="Google Shape;1004;p16"/>
          <p:cNvSpPr/>
          <p:nvPr>
            <p:ph idx="9" type="pic"/>
          </p:nvPr>
        </p:nvSpPr>
        <p:spPr>
          <a:xfrm>
            <a:off x="3262352" y="3979863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1005" name="Google Shape;1005;p16"/>
          <p:cNvSpPr/>
          <p:nvPr>
            <p:ph idx="13" type="pic"/>
          </p:nvPr>
        </p:nvSpPr>
        <p:spPr>
          <a:xfrm>
            <a:off x="3262352" y="1459055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1006" name="Google Shape;1006;p16"/>
          <p:cNvSpPr/>
          <p:nvPr>
            <p:ph idx="14" type="pic"/>
          </p:nvPr>
        </p:nvSpPr>
        <p:spPr>
          <a:xfrm>
            <a:off x="8995205" y="3979863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16"/>
          <p:cNvSpPr/>
          <p:nvPr>
            <p:ph idx="15" type="pic"/>
          </p:nvPr>
        </p:nvSpPr>
        <p:spPr>
          <a:xfrm>
            <a:off x="8995205" y="1459055"/>
            <a:ext cx="546100" cy="547687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16"/>
          <p:cNvSpPr txBox="1"/>
          <p:nvPr/>
        </p:nvSpPr>
        <p:spPr>
          <a:xfrm>
            <a:off x="950400" y="2974461"/>
            <a:ext cx="1814400" cy="246221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09" name="Google Shape;1009;p16"/>
          <p:cNvSpPr txBox="1"/>
          <p:nvPr/>
        </p:nvSpPr>
        <p:spPr>
          <a:xfrm>
            <a:off x="6683253" y="2974461"/>
            <a:ext cx="1814400" cy="246221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0" name="Google Shape;1010;p16"/>
          <p:cNvSpPr txBox="1"/>
          <p:nvPr/>
        </p:nvSpPr>
        <p:spPr>
          <a:xfrm>
            <a:off x="950400" y="5472482"/>
            <a:ext cx="1814400" cy="246221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1" name="Google Shape;1011;p16"/>
          <p:cNvSpPr txBox="1"/>
          <p:nvPr/>
        </p:nvSpPr>
        <p:spPr>
          <a:xfrm>
            <a:off x="6683253" y="5472482"/>
            <a:ext cx="1814400" cy="246221"/>
          </a:xfrm>
          <a:prstGeom prst="rect">
            <a:avLst/>
          </a:prstGeom>
          <a:gradFill>
            <a:gsLst>
              <a:gs pos="0">
                <a:srgbClr val="4F127F">
                  <a:alpha val="89411"/>
                </a:srgbClr>
              </a:gs>
              <a:gs pos="52999">
                <a:srgbClr val="160976"/>
              </a:gs>
              <a:gs pos="84000">
                <a:srgbClr val="010673"/>
              </a:gs>
              <a:gs pos="100000">
                <a:srgbClr val="010673"/>
              </a:gs>
            </a:gsLst>
            <a:lin ang="8400000" scaled="0"/>
          </a:gradFill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7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" name="Google Shape;1014;p17"/>
          <p:cNvSpPr txBox="1"/>
          <p:nvPr>
            <p:ph idx="11" type="ftr"/>
          </p:nvPr>
        </p:nvSpPr>
        <p:spPr>
          <a:xfrm>
            <a:off x="105133" y="6377888"/>
            <a:ext cx="4322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5" name="Google Shape;1015;p17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6" name="Google Shape;1016;p17"/>
          <p:cNvSpPr txBox="1"/>
          <p:nvPr/>
        </p:nvSpPr>
        <p:spPr>
          <a:xfrm>
            <a:off x="105133" y="6398237"/>
            <a:ext cx="4322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50"/>
              <a:buFont typeface="Meiryo"/>
              <a:buNone/>
            </a:pPr>
            <a:r>
              <a:rPr b="0" i="0" lang="en-US" sz="1050" u="none" cap="none" strike="noStrike">
                <a:solidFill>
                  <a:srgbClr val="A5A5A5"/>
                </a:solidFill>
                <a:latin typeface="Meiryo"/>
                <a:ea typeface="Meiryo"/>
                <a:cs typeface="Meiryo"/>
                <a:sym typeface="Meiryo"/>
              </a:rPr>
              <a:t>© Copyright by FPT Software 2020 |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&#10;コンテンツ" type="objTx">
  <p:cSld name="OBJECT_WITH_CAPTION_TEXT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9" name="Google Shape;1019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0" name="Google Shape;1020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1" name="Google Shape;1021;p18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2" name="Google Shape;1022;p18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9"/>
          <p:cNvSpPr txBox="1"/>
          <p:nvPr>
            <p:ph type="title"/>
          </p:nvPr>
        </p:nvSpPr>
        <p:spPr>
          <a:xfrm>
            <a:off x="839788" y="885824"/>
            <a:ext cx="3932237" cy="1171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 sz="3200">
                <a:solidFill>
                  <a:srgbClr val="02067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5" name="Google Shape;1025;p19"/>
          <p:cNvSpPr/>
          <p:nvPr>
            <p:ph idx="2" type="pic"/>
          </p:nvPr>
        </p:nvSpPr>
        <p:spPr>
          <a:xfrm>
            <a:off x="5192713" y="885824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26" name="Google Shape;1026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sz="1600">
                <a:solidFill>
                  <a:srgbClr val="020673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7" name="Google Shape;1027;p19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8" name="Google Shape;1028;p19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&#10;縦書きテキスト" type="vertTx">
  <p:cSld name="VERTICAL_TEXT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>
                <a:solidFill>
                  <a:srgbClr val="02067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1" name="Google Shape;1031;p20"/>
          <p:cNvSpPr txBox="1"/>
          <p:nvPr>
            <p:ph idx="1" type="body"/>
          </p:nvPr>
        </p:nvSpPr>
        <p:spPr>
          <a:xfrm rot="5400000">
            <a:off x="3574800" y="-1558800"/>
            <a:ext cx="5212800" cy="10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  <a:defRPr>
                <a:solidFill>
                  <a:srgbClr val="020673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400"/>
              <a:buChar char="•"/>
              <a:defRPr>
                <a:solidFill>
                  <a:srgbClr val="020673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Char char="•"/>
              <a:defRPr>
                <a:solidFill>
                  <a:srgbClr val="020673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>
                <a:solidFill>
                  <a:srgbClr val="020673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>
                <a:solidFill>
                  <a:srgbClr val="02067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2" name="Google Shape;1032;p20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3" name="Google Shape;1033;p20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21"/>
          <p:cNvSpPr txBox="1"/>
          <p:nvPr>
            <p:ph type="title"/>
          </p:nvPr>
        </p:nvSpPr>
        <p:spPr>
          <a:xfrm rot="5400000">
            <a:off x="7374731" y="2197894"/>
            <a:ext cx="53292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>
                <a:solidFill>
                  <a:srgbClr val="02067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6" name="Google Shape;1036;p21"/>
          <p:cNvSpPr txBox="1"/>
          <p:nvPr>
            <p:ph idx="1" type="body"/>
          </p:nvPr>
        </p:nvSpPr>
        <p:spPr>
          <a:xfrm rot="5400000">
            <a:off x="2040731" y="-354806"/>
            <a:ext cx="53292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  <a:defRPr>
                <a:solidFill>
                  <a:srgbClr val="020673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400"/>
              <a:buChar char="•"/>
              <a:defRPr>
                <a:solidFill>
                  <a:srgbClr val="020673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Char char="•"/>
              <a:defRPr>
                <a:solidFill>
                  <a:srgbClr val="020673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>
                <a:solidFill>
                  <a:srgbClr val="020673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>
                <a:solidFill>
                  <a:srgbClr val="02067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7" name="Google Shape;1037;p21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8" name="Google Shape;1038;p21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ユーザー設定レイアウト">
  <p:cSld name="ユーザー設定レイアウト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22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1" name="Google Shape;1041;p22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2" name="Google Shape;1042;p22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3" name="Google Shape;10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460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8000">
                <a:schemeClr val="lt1"/>
              </a:gs>
              <a:gs pos="100000">
                <a:schemeClr val="l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5" name="Google Shape;1045;p2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4000">
                <a:srgbClr val="FFFFFF">
                  <a:alpha val="0"/>
                </a:srgbClr>
              </a:gs>
              <a:gs pos="66000">
                <a:srgbClr val="FFFFFF"/>
              </a:gs>
              <a:gs pos="83000">
                <a:srgbClr val="FFFFFF"/>
              </a:gs>
              <a:gs pos="100000">
                <a:schemeClr val="lt1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A close up of a logo&#10;&#10;Description generated with high confidence" id="1046" name="Google Shape;10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254481" y="0"/>
            <a:ext cx="593751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aLT15\Desktop\FPT Software Doc.png" id="1047" name="Google Shape;10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839" y="2201693"/>
            <a:ext cx="2192401" cy="138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22"/>
          <p:cNvSpPr txBox="1"/>
          <p:nvPr>
            <p:ph idx="1" type="body"/>
          </p:nvPr>
        </p:nvSpPr>
        <p:spPr>
          <a:xfrm>
            <a:off x="313839" y="3724275"/>
            <a:ext cx="825866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4000"/>
              <a:buNone/>
              <a:defRPr b="1" sz="4000">
                <a:solidFill>
                  <a:srgbClr val="020673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3"/>
          <p:cNvSpPr txBox="1"/>
          <p:nvPr>
            <p:ph type="title"/>
          </p:nvPr>
        </p:nvSpPr>
        <p:spPr>
          <a:xfrm>
            <a:off x="572926" y="118002"/>
            <a:ext cx="9919228" cy="74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1" name="Google Shape;1051;p23"/>
          <p:cNvSpPr txBox="1"/>
          <p:nvPr>
            <p:ph idx="1" type="body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2" name="Google Shape;1052;p23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3" name="Google Shape;105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667" y="699737"/>
            <a:ext cx="626303" cy="12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2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6" name="Google Shape;1056;p24"/>
          <p:cNvSpPr txBox="1"/>
          <p:nvPr>
            <p:ph idx="1" type="body"/>
          </p:nvPr>
        </p:nvSpPr>
        <p:spPr>
          <a:xfrm>
            <a:off x="572925" y="1064654"/>
            <a:ext cx="5473328" cy="511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7" name="Google Shape;1057;p24"/>
          <p:cNvSpPr txBox="1"/>
          <p:nvPr>
            <p:ph idx="2" type="body"/>
          </p:nvPr>
        </p:nvSpPr>
        <p:spPr>
          <a:xfrm>
            <a:off x="6265981" y="1064654"/>
            <a:ext cx="5473328" cy="511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8" name="Google Shape;1058;p24"/>
          <p:cNvSpPr txBox="1"/>
          <p:nvPr>
            <p:ph type="title"/>
          </p:nvPr>
        </p:nvSpPr>
        <p:spPr>
          <a:xfrm>
            <a:off x="572926" y="118002"/>
            <a:ext cx="9919228" cy="74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0" name="Google Shape;106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667" y="699737"/>
            <a:ext cx="626303" cy="12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5"/>
          <p:cNvSpPr txBox="1"/>
          <p:nvPr>
            <p:ph idx="1" type="body"/>
          </p:nvPr>
        </p:nvSpPr>
        <p:spPr>
          <a:xfrm>
            <a:off x="572925" y="1064653"/>
            <a:ext cx="5473328" cy="798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3" name="Google Shape;1063;p25"/>
          <p:cNvSpPr txBox="1"/>
          <p:nvPr>
            <p:ph idx="2" type="body"/>
          </p:nvPr>
        </p:nvSpPr>
        <p:spPr>
          <a:xfrm>
            <a:off x="6265981" y="1064653"/>
            <a:ext cx="5473328" cy="798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4" name="Google Shape;1064;p2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25"/>
          <p:cNvSpPr txBox="1"/>
          <p:nvPr>
            <p:ph type="title"/>
          </p:nvPr>
        </p:nvSpPr>
        <p:spPr>
          <a:xfrm>
            <a:off x="572926" y="118002"/>
            <a:ext cx="9919228" cy="74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25"/>
          <p:cNvSpPr txBox="1"/>
          <p:nvPr>
            <p:ph idx="3" type="body"/>
          </p:nvPr>
        </p:nvSpPr>
        <p:spPr>
          <a:xfrm>
            <a:off x="572925" y="2029988"/>
            <a:ext cx="5473328" cy="4146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7" name="Google Shape;1067;p25"/>
          <p:cNvSpPr txBox="1"/>
          <p:nvPr>
            <p:ph idx="4" type="body"/>
          </p:nvPr>
        </p:nvSpPr>
        <p:spPr>
          <a:xfrm>
            <a:off x="6265981" y="2029988"/>
            <a:ext cx="5473328" cy="4146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8" name="Google Shape;1068;p25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9" name="Google Shape;106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667" y="699737"/>
            <a:ext cx="626303" cy="12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/>
          <p:nvPr>
            <p:ph type="title"/>
          </p:nvPr>
        </p:nvSpPr>
        <p:spPr>
          <a:xfrm>
            <a:off x="445478" y="987425"/>
            <a:ext cx="426195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2" name="Google Shape;1072;p26"/>
          <p:cNvSpPr txBox="1"/>
          <p:nvPr>
            <p:ph idx="1" type="body"/>
          </p:nvPr>
        </p:nvSpPr>
        <p:spPr>
          <a:xfrm>
            <a:off x="581888" y="2239717"/>
            <a:ext cx="4119065" cy="3937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73" name="Google Shape;1073;p2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4" name="Google Shape;1074;p26"/>
          <p:cNvSpPr txBox="1"/>
          <p:nvPr>
            <p:ph idx="2" type="body"/>
          </p:nvPr>
        </p:nvSpPr>
        <p:spPr>
          <a:xfrm>
            <a:off x="4918587" y="987424"/>
            <a:ext cx="6827936" cy="518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5" name="Google Shape;1075;p26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6" name="Google Shape;107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1887" y="1998779"/>
            <a:ext cx="775263" cy="15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7"/>
          <p:cNvSpPr/>
          <p:nvPr>
            <p:ph idx="2" type="pic"/>
          </p:nvPr>
        </p:nvSpPr>
        <p:spPr>
          <a:xfrm>
            <a:off x="4912105" y="987426"/>
            <a:ext cx="6834417" cy="5189537"/>
          </a:xfrm>
          <a:prstGeom prst="rect">
            <a:avLst/>
          </a:prstGeom>
          <a:noFill/>
          <a:ln>
            <a:noFill/>
          </a:ln>
        </p:spPr>
      </p:sp>
      <p:sp>
        <p:nvSpPr>
          <p:cNvPr id="1079" name="Google Shape;1079;p27"/>
          <p:cNvSpPr txBox="1"/>
          <p:nvPr>
            <p:ph idx="1" type="body"/>
          </p:nvPr>
        </p:nvSpPr>
        <p:spPr>
          <a:xfrm>
            <a:off x="458054" y="2239718"/>
            <a:ext cx="4251860" cy="3937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80" name="Google Shape;1080;p2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1" name="Google Shape;1081;p27"/>
          <p:cNvSpPr txBox="1"/>
          <p:nvPr>
            <p:ph type="title"/>
          </p:nvPr>
        </p:nvSpPr>
        <p:spPr>
          <a:xfrm>
            <a:off x="458054" y="987425"/>
            <a:ext cx="425186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2" name="Google Shape;1082;p27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3" name="Google Shape;108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1887" y="1998779"/>
            <a:ext cx="775263" cy="15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8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6" name="Google Shape;1086;p28"/>
          <p:cNvSpPr txBox="1"/>
          <p:nvPr>
            <p:ph type="title"/>
          </p:nvPr>
        </p:nvSpPr>
        <p:spPr>
          <a:xfrm>
            <a:off x="572926" y="118002"/>
            <a:ext cx="9919228" cy="74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7" name="Google Shape;1087;p28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8" name="Google Shape;108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667" y="699737"/>
            <a:ext cx="626303" cy="12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9"/>
          <p:cNvSpPr txBox="1"/>
          <p:nvPr>
            <p:ph type="title"/>
          </p:nvPr>
        </p:nvSpPr>
        <p:spPr>
          <a:xfrm rot="5400000">
            <a:off x="7638134" y="2068575"/>
            <a:ext cx="5403241" cy="2813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1" name="Google Shape;1091;p29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29"/>
          <p:cNvSpPr txBox="1"/>
          <p:nvPr>
            <p:ph idx="1" type="body"/>
          </p:nvPr>
        </p:nvSpPr>
        <p:spPr>
          <a:xfrm rot="5400000">
            <a:off x="1950236" y="-603590"/>
            <a:ext cx="5403241" cy="8157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33"/>
              <a:buChar char="•"/>
              <a:defRPr b="0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3" name="Google Shape;1093;p29"/>
          <p:cNvSpPr txBox="1"/>
          <p:nvPr>
            <p:ph idx="12" type="sldNum"/>
          </p:nvPr>
        </p:nvSpPr>
        <p:spPr>
          <a:xfrm>
            <a:off x="9185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0"/>
          <p:cNvSpPr/>
          <p:nvPr>
            <p:ph idx="2" type="pic"/>
          </p:nvPr>
        </p:nvSpPr>
        <p:spPr>
          <a:xfrm>
            <a:off x="0" y="-1"/>
            <a:ext cx="12192000" cy="36216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31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800"/>
              <a:buNone/>
              <a:defRPr b="0" sz="4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8" name="Google Shape;1098;p31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67"/>
              <a:buNone/>
              <a:defRPr b="0" sz="1867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9" name="Google Shape;1099;p31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0" name="Google Shape;1100;p31"/>
          <p:cNvSpPr/>
          <p:nvPr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eiryo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2"/>
          <p:cNvSpPr txBox="1"/>
          <p:nvPr>
            <p:ph type="title"/>
          </p:nvPr>
        </p:nvSpPr>
        <p:spPr>
          <a:xfrm>
            <a:off x="572926" y="118002"/>
            <a:ext cx="9919228" cy="74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Meiryo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3" name="Google Shape;1103;p32"/>
          <p:cNvSpPr txBox="1"/>
          <p:nvPr>
            <p:ph idx="1" type="body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324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sz="1333">
                <a:solidFill>
                  <a:schemeClr val="dk1"/>
                </a:solidFill>
              </a:defRPr>
            </a:lvl1pPr>
            <a:lvl2pPr indent="-313245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2pPr>
            <a:lvl3pPr indent="-313245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3pPr>
            <a:lvl4pPr indent="-31324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4pPr>
            <a:lvl5pPr indent="-31324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2067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20673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1" type="ftr"/>
          </p:nvPr>
        </p:nvSpPr>
        <p:spPr>
          <a:xfrm>
            <a:off x="70829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  <a:defRPr b="0" i="0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" name="Google Shape;14;p8"/>
          <p:cNvGrpSpPr/>
          <p:nvPr/>
        </p:nvGrpSpPr>
        <p:grpSpPr>
          <a:xfrm>
            <a:off x="-380999" y="294771"/>
            <a:ext cx="1261502" cy="424916"/>
            <a:chOff x="-380999" y="294771"/>
            <a:chExt cx="1261502" cy="424916"/>
          </a:xfrm>
        </p:grpSpPr>
        <p:sp>
          <p:nvSpPr>
            <p:cNvPr id="15" name="Google Shape;15;p8"/>
            <p:cNvSpPr/>
            <p:nvPr/>
          </p:nvSpPr>
          <p:spPr>
            <a:xfrm rot="10800000">
              <a:off x="-380999" y="573563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 rot="10800000">
              <a:off x="-380999" y="528990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" name="Google Shape;17;p8"/>
            <p:cNvSpPr/>
            <p:nvPr/>
          </p:nvSpPr>
          <p:spPr>
            <a:xfrm rot="10800000">
              <a:off x="-380999" y="484207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" name="Google Shape;18;p8"/>
            <p:cNvSpPr/>
            <p:nvPr/>
          </p:nvSpPr>
          <p:spPr>
            <a:xfrm rot="10800000">
              <a:off x="-380999" y="439633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" name="Google Shape;19;p8"/>
            <p:cNvSpPr/>
            <p:nvPr/>
          </p:nvSpPr>
          <p:spPr>
            <a:xfrm rot="10800000">
              <a:off x="-380999" y="395060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" name="Google Shape;20;p8"/>
            <p:cNvSpPr/>
            <p:nvPr/>
          </p:nvSpPr>
          <p:spPr>
            <a:xfrm rot="10800000">
              <a:off x="-380999" y="350487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" name="Google Shape;21;p8"/>
            <p:cNvSpPr/>
            <p:nvPr/>
          </p:nvSpPr>
          <p:spPr>
            <a:xfrm rot="10800000">
              <a:off x="-380999" y="305704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" name="Google Shape;22;p8"/>
            <p:cNvSpPr/>
            <p:nvPr/>
          </p:nvSpPr>
          <p:spPr>
            <a:xfrm rot="10800000">
              <a:off x="-336216" y="573773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" name="Google Shape;23;p8"/>
            <p:cNvSpPr/>
            <p:nvPr/>
          </p:nvSpPr>
          <p:spPr>
            <a:xfrm rot="10800000">
              <a:off x="-336216" y="529200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" name="Google Shape;24;p8"/>
            <p:cNvSpPr/>
            <p:nvPr/>
          </p:nvSpPr>
          <p:spPr>
            <a:xfrm rot="10800000">
              <a:off x="-336216" y="484417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" name="Google Shape;25;p8"/>
            <p:cNvSpPr/>
            <p:nvPr/>
          </p:nvSpPr>
          <p:spPr>
            <a:xfrm rot="10800000">
              <a:off x="-336216" y="439844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 rot="10800000">
              <a:off x="-336216" y="395271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 rot="10800000">
              <a:off x="-336216" y="350697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 rot="10800000">
              <a:off x="-336216" y="305914"/>
              <a:ext cx="2103" cy="2103"/>
            </a:xfrm>
            <a:custGeom>
              <a:rect b="b" l="l" r="r" t="t"/>
              <a:pathLst>
                <a:path extrusionOk="0" h="9525" w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 rot="10800000">
              <a:off x="-293325" y="572091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" name="Google Shape;30;p8"/>
            <p:cNvSpPr/>
            <p:nvPr/>
          </p:nvSpPr>
          <p:spPr>
            <a:xfrm rot="10800000">
              <a:off x="-293325" y="527518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" name="Google Shape;31;p8"/>
            <p:cNvSpPr/>
            <p:nvPr/>
          </p:nvSpPr>
          <p:spPr>
            <a:xfrm rot="10800000">
              <a:off x="-293325" y="482735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2" name="Google Shape;32;p8"/>
            <p:cNvSpPr/>
            <p:nvPr/>
          </p:nvSpPr>
          <p:spPr>
            <a:xfrm rot="10800000">
              <a:off x="-293325" y="43816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3" name="Google Shape;33;p8"/>
            <p:cNvSpPr/>
            <p:nvPr/>
          </p:nvSpPr>
          <p:spPr>
            <a:xfrm rot="10800000">
              <a:off x="-293325" y="393588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4" name="Google Shape;34;p8"/>
            <p:cNvSpPr/>
            <p:nvPr/>
          </p:nvSpPr>
          <p:spPr>
            <a:xfrm rot="10800000">
              <a:off x="-293325" y="349015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5" name="Google Shape;35;p8"/>
            <p:cNvSpPr/>
            <p:nvPr/>
          </p:nvSpPr>
          <p:spPr>
            <a:xfrm rot="10800000">
              <a:off x="-293325" y="30423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 rot="10800000">
              <a:off x="-248542" y="572301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7" name="Google Shape;37;p8"/>
            <p:cNvSpPr/>
            <p:nvPr/>
          </p:nvSpPr>
          <p:spPr>
            <a:xfrm rot="10800000">
              <a:off x="-248542" y="527728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" name="Google Shape;38;p8"/>
            <p:cNvSpPr/>
            <p:nvPr/>
          </p:nvSpPr>
          <p:spPr>
            <a:xfrm rot="10800000">
              <a:off x="-248542" y="482945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9" name="Google Shape;39;p8"/>
            <p:cNvSpPr/>
            <p:nvPr/>
          </p:nvSpPr>
          <p:spPr>
            <a:xfrm rot="10800000">
              <a:off x="-248542" y="43837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0" name="Google Shape;40;p8"/>
            <p:cNvSpPr/>
            <p:nvPr/>
          </p:nvSpPr>
          <p:spPr>
            <a:xfrm rot="10800000">
              <a:off x="-248542" y="393799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8"/>
            <p:cNvSpPr/>
            <p:nvPr/>
          </p:nvSpPr>
          <p:spPr>
            <a:xfrm rot="10800000">
              <a:off x="-248542" y="349226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8"/>
            <p:cNvSpPr/>
            <p:nvPr/>
          </p:nvSpPr>
          <p:spPr>
            <a:xfrm rot="10800000">
              <a:off x="-248542" y="30444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3" name="Google Shape;43;p8"/>
            <p:cNvSpPr/>
            <p:nvPr/>
          </p:nvSpPr>
          <p:spPr>
            <a:xfrm rot="10800000">
              <a:off x="-203338" y="57272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4" name="Google Shape;44;p8"/>
            <p:cNvSpPr/>
            <p:nvPr/>
          </p:nvSpPr>
          <p:spPr>
            <a:xfrm rot="10800000">
              <a:off x="-203338" y="528149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5" name="Google Shape;45;p8"/>
            <p:cNvSpPr/>
            <p:nvPr/>
          </p:nvSpPr>
          <p:spPr>
            <a:xfrm rot="10800000">
              <a:off x="-203338" y="483366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6" name="Google Shape;46;p8"/>
            <p:cNvSpPr/>
            <p:nvPr/>
          </p:nvSpPr>
          <p:spPr>
            <a:xfrm rot="10800000">
              <a:off x="-203338" y="438792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" name="Google Shape;47;p8"/>
            <p:cNvSpPr/>
            <p:nvPr/>
          </p:nvSpPr>
          <p:spPr>
            <a:xfrm rot="10800000">
              <a:off x="-203338" y="394219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8" name="Google Shape;48;p8"/>
            <p:cNvSpPr/>
            <p:nvPr/>
          </p:nvSpPr>
          <p:spPr>
            <a:xfrm rot="10800000">
              <a:off x="-203338" y="349646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 rot="10800000">
              <a:off x="-203338" y="304863"/>
              <a:ext cx="4205" cy="4205"/>
            </a:xfrm>
            <a:custGeom>
              <a:rect b="b" l="l" r="r" t="t"/>
              <a:pathLst>
                <a:path extrusionOk="0" h="19050" w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" name="Google Shape;50;p8"/>
            <p:cNvSpPr/>
            <p:nvPr/>
          </p:nvSpPr>
          <p:spPr>
            <a:xfrm rot="10800000">
              <a:off x="-160447" y="571040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1" name="Google Shape;51;p8"/>
            <p:cNvSpPr/>
            <p:nvPr/>
          </p:nvSpPr>
          <p:spPr>
            <a:xfrm rot="10800000">
              <a:off x="-160447" y="526467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2" name="Google Shape;52;p8"/>
            <p:cNvSpPr/>
            <p:nvPr/>
          </p:nvSpPr>
          <p:spPr>
            <a:xfrm rot="10800000">
              <a:off x="-160447" y="481684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 rot="10800000">
              <a:off x="-160447" y="437110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4" name="Google Shape;54;p8"/>
            <p:cNvSpPr/>
            <p:nvPr/>
          </p:nvSpPr>
          <p:spPr>
            <a:xfrm rot="10800000">
              <a:off x="-160447" y="392537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-160447" y="347964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-160447" y="303181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rot="10800000">
              <a:off x="-115453" y="571460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10800000">
              <a:off x="-115453" y="526887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-115453" y="482104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 rot="10800000">
              <a:off x="-115453" y="437531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 rot="10800000">
              <a:off x="-115453" y="392958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2" name="Google Shape;62;p8"/>
            <p:cNvSpPr/>
            <p:nvPr/>
          </p:nvSpPr>
          <p:spPr>
            <a:xfrm rot="10800000">
              <a:off x="-115453" y="348385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3" name="Google Shape;63;p8"/>
            <p:cNvSpPr/>
            <p:nvPr/>
          </p:nvSpPr>
          <p:spPr>
            <a:xfrm rot="10800000">
              <a:off x="-115453" y="303601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4" name="Google Shape;64;p8"/>
            <p:cNvSpPr/>
            <p:nvPr/>
          </p:nvSpPr>
          <p:spPr>
            <a:xfrm rot="10800000">
              <a:off x="-70670" y="571671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5" name="Google Shape;65;p8"/>
            <p:cNvSpPr/>
            <p:nvPr/>
          </p:nvSpPr>
          <p:spPr>
            <a:xfrm rot="10800000">
              <a:off x="-70670" y="527098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6" name="Google Shape;66;p8"/>
            <p:cNvSpPr/>
            <p:nvPr/>
          </p:nvSpPr>
          <p:spPr>
            <a:xfrm rot="10800000">
              <a:off x="-70670" y="482314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7" name="Google Shape;67;p8"/>
            <p:cNvSpPr/>
            <p:nvPr/>
          </p:nvSpPr>
          <p:spPr>
            <a:xfrm rot="10800000">
              <a:off x="-70670" y="437741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 rot="10800000">
              <a:off x="-70670" y="393168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69" name="Google Shape;69;p8"/>
            <p:cNvSpPr/>
            <p:nvPr/>
          </p:nvSpPr>
          <p:spPr>
            <a:xfrm rot="10800000">
              <a:off x="-70670" y="348595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 rot="10800000">
              <a:off x="-70670" y="303812"/>
              <a:ext cx="6308" cy="6308"/>
            </a:xfrm>
            <a:custGeom>
              <a:rect b="b" l="l" r="r" t="t"/>
              <a:pathLst>
                <a:path extrusionOk="0" h="28575" w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1" name="Google Shape;71;p8"/>
            <p:cNvSpPr/>
            <p:nvPr/>
          </p:nvSpPr>
          <p:spPr>
            <a:xfrm rot="10800000">
              <a:off x="-27568" y="569989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10800000">
              <a:off x="-27568" y="525416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10800000">
              <a:off x="-27568" y="480632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rot="10800000">
              <a:off x="-27568" y="436059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10800000">
              <a:off x="-27568" y="391486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rot="10800000">
              <a:off x="-27568" y="346913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10800000">
              <a:off x="-27568" y="302130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rot="10800000">
              <a:off x="17425" y="570409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10800000">
              <a:off x="17425" y="525836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rot="10800000">
              <a:off x="17425" y="481053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rot="10800000">
              <a:off x="17425" y="436480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10800000">
              <a:off x="17425" y="391906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rot="10800000">
              <a:off x="17425" y="347333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10800000">
              <a:off x="17425" y="302550"/>
              <a:ext cx="8410" cy="8410"/>
            </a:xfrm>
            <a:custGeom>
              <a:rect b="b" l="l" r="r" t="t"/>
              <a:pathLst>
                <a:path extrusionOk="0" h="38100" w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rot="10800000">
              <a:off x="60316" y="568727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10800000">
              <a:off x="60316" y="524154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rot="10800000">
              <a:off x="60316" y="479371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10800000">
              <a:off x="60316" y="43479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rot="10800000">
              <a:off x="60316" y="390224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 rot="10800000">
              <a:off x="60316" y="345651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 rot="10800000">
              <a:off x="60316" y="30086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 rot="10800000">
              <a:off x="105099" y="568937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 rot="10800000">
              <a:off x="105099" y="524364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4" name="Google Shape;94;p8"/>
            <p:cNvSpPr/>
            <p:nvPr/>
          </p:nvSpPr>
          <p:spPr>
            <a:xfrm rot="10800000">
              <a:off x="105099" y="479581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5" name="Google Shape;95;p8"/>
            <p:cNvSpPr/>
            <p:nvPr/>
          </p:nvSpPr>
          <p:spPr>
            <a:xfrm rot="10800000">
              <a:off x="105099" y="43500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6" name="Google Shape;96;p8"/>
            <p:cNvSpPr/>
            <p:nvPr/>
          </p:nvSpPr>
          <p:spPr>
            <a:xfrm rot="10800000">
              <a:off x="105099" y="390435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 rot="10800000">
              <a:off x="105099" y="345862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 rot="10800000">
              <a:off x="105099" y="30107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 rot="10800000">
              <a:off x="150303" y="613931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 rot="10800000">
              <a:off x="150303" y="56935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 rot="10800000">
              <a:off x="150303" y="524785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 rot="10800000">
              <a:off x="150303" y="480002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10800000">
              <a:off x="150303" y="435428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 rot="10800000">
              <a:off x="150303" y="390855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10800000">
              <a:off x="150303" y="346282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10800000">
              <a:off x="150303" y="301499"/>
              <a:ext cx="10513" cy="10513"/>
            </a:xfrm>
            <a:custGeom>
              <a:rect b="b" l="l" r="r" t="t"/>
              <a:pathLst>
                <a:path extrusionOk="0" h="47625" w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7" name="Google Shape;107;p8"/>
            <p:cNvSpPr/>
            <p:nvPr/>
          </p:nvSpPr>
          <p:spPr>
            <a:xfrm rot="10800000">
              <a:off x="193194" y="612249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 rot="10800000">
              <a:off x="193194" y="567676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rot="10800000">
              <a:off x="193194" y="523103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10800000">
              <a:off x="193194" y="47832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 rot="10800000">
              <a:off x="193194" y="433746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 rot="10800000">
              <a:off x="193194" y="389173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10800000">
              <a:off x="193194" y="34460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 rot="10800000">
              <a:off x="193194" y="299817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 rot="10800000">
              <a:off x="237978" y="612459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 rot="10800000">
              <a:off x="237978" y="567886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 rot="10800000">
              <a:off x="237978" y="523313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 rot="10800000">
              <a:off x="237978" y="47853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 rot="10800000">
              <a:off x="237978" y="433957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 rot="10800000">
              <a:off x="237978" y="389383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 rot="10800000">
              <a:off x="237978" y="34481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 rot="10800000">
              <a:off x="237978" y="300027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 rot="10800000">
              <a:off x="282971" y="61288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 rot="10800000">
              <a:off x="282971" y="568307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 rot="10800000">
              <a:off x="282971" y="523734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 rot="10800000">
              <a:off x="282971" y="478950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 rot="10800000">
              <a:off x="282971" y="434377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 rot="10800000">
              <a:off x="282971" y="389804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 rot="10800000">
              <a:off x="282971" y="345231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0800000">
              <a:off x="282971" y="300448"/>
              <a:ext cx="12615" cy="12615"/>
            </a:xfrm>
            <a:custGeom>
              <a:rect b="b" l="l" r="r" t="t"/>
              <a:pathLst>
                <a:path extrusionOk="0" h="57150" w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 rot="10800000">
              <a:off x="326073" y="611198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 rot="10800000">
              <a:off x="326073" y="566625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 rot="10800000">
              <a:off x="326073" y="52205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 rot="10800000">
              <a:off x="326073" y="477268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0800000">
              <a:off x="326073" y="432695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10800000">
              <a:off x="326073" y="38812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 rot="10800000">
              <a:off x="326073" y="343549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 rot="10800000">
              <a:off x="326073" y="298766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 rot="10800000">
              <a:off x="370856" y="655981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 rot="10800000">
              <a:off x="370856" y="611408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 rot="10800000">
              <a:off x="370856" y="566835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 rot="10800000">
              <a:off x="370856" y="52226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 rot="10800000">
              <a:off x="370856" y="477479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 rot="10800000">
              <a:off x="370856" y="432905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 rot="10800000">
              <a:off x="370856" y="38833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 rot="10800000">
              <a:off x="370856" y="343759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 rot="10800000">
              <a:off x="370856" y="298976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 rot="10800000">
              <a:off x="415849" y="65640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 rot="10800000">
              <a:off x="415849" y="611828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 rot="10800000">
              <a:off x="415849" y="567255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 rot="10800000">
              <a:off x="415849" y="522682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 rot="10800000">
              <a:off x="415849" y="477899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 rot="10800000">
              <a:off x="415849" y="433326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 rot="10800000">
              <a:off x="415849" y="388753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 rot="10800000">
              <a:off x="415849" y="344180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 rot="10800000">
              <a:off x="415849" y="299396"/>
              <a:ext cx="14718" cy="14718"/>
            </a:xfrm>
            <a:custGeom>
              <a:rect b="b" l="l" r="r" t="t"/>
              <a:pathLst>
                <a:path extrusionOk="0" h="66675" w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 rot="10800000">
              <a:off x="458951" y="654930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 rot="10800000">
              <a:off x="458951" y="610357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 rot="10800000">
              <a:off x="458951" y="565784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 rot="10800000">
              <a:off x="458951" y="52121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 rot="10800000">
              <a:off x="458951" y="476427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 rot="10800000">
              <a:off x="458951" y="431854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 rot="10800000">
              <a:off x="458951" y="38728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 rot="10800000">
              <a:off x="458951" y="342708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 rot="10800000">
              <a:off x="458951" y="297925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 rot="10800000">
              <a:off x="503944" y="655140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144" y="40481"/>
                  </a:moveTo>
                  <a:cubicBezTo>
                    <a:pt x="7144" y="59531"/>
                    <a:pt x="22384" y="73819"/>
                    <a:pt x="40481" y="73819"/>
                  </a:cubicBezTo>
                  <a:cubicBezTo>
                    <a:pt x="58579" y="73819"/>
                    <a:pt x="73819" y="58579"/>
                    <a:pt x="73819" y="40481"/>
                  </a:cubicBezTo>
                  <a:cubicBezTo>
                    <a:pt x="73819" y="22384"/>
                    <a:pt x="58579" y="7144"/>
                    <a:pt x="40481" y="7144"/>
                  </a:cubicBezTo>
                  <a:cubicBezTo>
                    <a:pt x="22384" y="7144"/>
                    <a:pt x="7144" y="21431"/>
                    <a:pt x="7144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 rot="10800000">
              <a:off x="503734" y="610567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 rot="10800000">
              <a:off x="503734" y="565994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 rot="10800000">
              <a:off x="503734" y="52142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 rot="10800000">
              <a:off x="503734" y="476638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 rot="10800000">
              <a:off x="503734" y="432064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 rot="10800000">
              <a:off x="503734" y="38749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 rot="10800000">
              <a:off x="503734" y="342918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 rot="10800000">
              <a:off x="503734" y="298135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 rot="10800000">
              <a:off x="548728" y="655350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 rot="10800000">
              <a:off x="548728" y="610777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 rot="10800000">
              <a:off x="548728" y="566414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 rot="10800000">
              <a:off x="548728" y="52184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 rot="10800000">
              <a:off x="548728" y="477058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 rot="10800000">
              <a:off x="548728" y="432275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1"/>
                    <a:pt x="60372" y="75724"/>
                    <a:pt x="41434" y="75724"/>
                  </a:cubicBezTo>
                  <a:cubicBezTo>
                    <a:pt x="22496" y="75724"/>
                    <a:pt x="7144" y="60371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 rot="10800000">
              <a:off x="548728" y="387701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 rot="10800000">
              <a:off x="548728" y="343339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 rot="10800000">
              <a:off x="548728" y="298345"/>
              <a:ext cx="16820" cy="16820"/>
            </a:xfrm>
            <a:custGeom>
              <a:rect b="b" l="l" r="r" t="t"/>
              <a:pathLst>
                <a:path extrusionOk="0" h="76200" w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 rot="10800000">
              <a:off x="591619" y="698452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 rot="10800000">
              <a:off x="591619" y="653668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 rot="10800000">
              <a:off x="591619" y="609095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10800000">
              <a:off x="591619" y="564522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10800000">
              <a:off x="591619" y="519949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 rot="10800000">
              <a:off x="591619" y="475166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 rot="10800000">
              <a:off x="591619" y="430593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1" name="Google Shape;191;p8"/>
            <p:cNvSpPr/>
            <p:nvPr/>
          </p:nvSpPr>
          <p:spPr>
            <a:xfrm rot="10800000">
              <a:off x="591619" y="386019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 rot="10800000">
              <a:off x="591619" y="341446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3" name="Google Shape;193;p8"/>
            <p:cNvSpPr/>
            <p:nvPr/>
          </p:nvSpPr>
          <p:spPr>
            <a:xfrm rot="10800000">
              <a:off x="591619" y="296663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 rot="10800000">
              <a:off x="636612" y="698872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 rot="10800000">
              <a:off x="636612" y="654089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 rot="10800000">
              <a:off x="636612" y="609516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 rot="10800000">
              <a:off x="636612" y="564943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 rot="10800000">
              <a:off x="636612" y="520370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 rot="10800000">
              <a:off x="636612" y="475586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 rot="10800000">
              <a:off x="636612" y="431013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 rot="10800000">
              <a:off x="636612" y="386440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2" name="Google Shape;202;p8"/>
            <p:cNvSpPr/>
            <p:nvPr/>
          </p:nvSpPr>
          <p:spPr>
            <a:xfrm rot="10800000">
              <a:off x="636612" y="341867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3" name="Google Shape;203;p8"/>
            <p:cNvSpPr/>
            <p:nvPr/>
          </p:nvSpPr>
          <p:spPr>
            <a:xfrm rot="10800000">
              <a:off x="636612" y="297084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4" name="Google Shape;204;p8"/>
            <p:cNvSpPr/>
            <p:nvPr/>
          </p:nvSpPr>
          <p:spPr>
            <a:xfrm rot="10800000">
              <a:off x="681606" y="654509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5" name="Google Shape;205;p8"/>
            <p:cNvSpPr/>
            <p:nvPr/>
          </p:nvSpPr>
          <p:spPr>
            <a:xfrm rot="10800000">
              <a:off x="681606" y="609936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 rot="10800000">
              <a:off x="681606" y="565363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 rot="10800000">
              <a:off x="681606" y="520790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10800000">
              <a:off x="681606" y="476007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9" name="Google Shape;209;p8"/>
            <p:cNvSpPr/>
            <p:nvPr/>
          </p:nvSpPr>
          <p:spPr>
            <a:xfrm rot="10800000">
              <a:off x="681606" y="431434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 rot="10800000">
              <a:off x="681606" y="386860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 rot="10800000">
              <a:off x="681606" y="342287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 rot="10800000">
              <a:off x="681606" y="297504"/>
              <a:ext cx="18923" cy="18923"/>
            </a:xfrm>
            <a:custGeom>
              <a:rect b="b" l="l" r="r" t="t"/>
              <a:pathLst>
                <a:path extrusionOk="0" h="85725" w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 rot="10800000">
              <a:off x="724707" y="697611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 rot="10800000">
              <a:off x="724707" y="652827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 rot="10800000">
              <a:off x="724707" y="608254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 rot="10800000">
              <a:off x="724707" y="563681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 rot="10800000">
              <a:off x="724707" y="519108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 rot="10800000">
              <a:off x="724707" y="474325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 rot="10800000">
              <a:off x="724707" y="42975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 rot="10800000">
              <a:off x="724707" y="385178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 rot="10800000">
              <a:off x="724707" y="340605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10800000">
              <a:off x="724707" y="29582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 rot="10800000">
              <a:off x="769491" y="697821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 rot="10800000">
              <a:off x="769491" y="653038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 rot="10800000">
              <a:off x="769491" y="608464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 rot="10800000">
              <a:off x="769491" y="563891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 rot="10800000">
              <a:off x="769491" y="519318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 rot="10800000">
              <a:off x="769491" y="474535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 rot="10800000">
              <a:off x="769491" y="42996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 rot="10800000">
              <a:off x="769491" y="385389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 rot="10800000">
              <a:off x="769491" y="340816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 rot="10800000">
              <a:off x="769491" y="29603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 rot="10800000">
              <a:off x="814484" y="698241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 rot="10800000">
              <a:off x="814484" y="653458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 rot="10800000">
              <a:off x="814484" y="608885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 rot="10800000">
              <a:off x="814484" y="56431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 rot="10800000">
              <a:off x="814484" y="519739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 rot="10800000">
              <a:off x="814484" y="474956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 rot="10800000">
              <a:off x="814484" y="430382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 rot="10800000">
              <a:off x="814484" y="385809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 rot="10800000">
              <a:off x="814484" y="341236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 rot="10800000">
              <a:off x="814484" y="296453"/>
              <a:ext cx="21025" cy="21025"/>
            </a:xfrm>
            <a:custGeom>
              <a:rect b="b" l="l" r="r" t="t"/>
              <a:pathLst>
                <a:path extrusionOk="0" h="95250" w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 rot="10800000">
              <a:off x="857375" y="696559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 rot="10800000">
              <a:off x="857375" y="651776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 rot="10800000">
              <a:off x="857375" y="607203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 rot="10800000">
              <a:off x="857375" y="562630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 rot="10800000">
              <a:off x="857375" y="518057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 rot="10800000">
              <a:off x="857375" y="473274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 rot="10800000">
              <a:off x="857375" y="428700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 rot="10800000">
              <a:off x="857375" y="384127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 rot="10800000">
              <a:off x="857375" y="339554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 rot="10800000">
              <a:off x="857375" y="294771"/>
              <a:ext cx="23128" cy="23128"/>
            </a:xfrm>
            <a:custGeom>
              <a:rect b="b" l="l" r="r" t="t"/>
              <a:pathLst>
                <a:path extrusionOk="0" h="104775" w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0">
                  <a:srgbClr val="4F127F">
                    <a:alpha val="89411"/>
                  </a:srgbClr>
                </a:gs>
                <a:gs pos="52999">
                  <a:srgbClr val="160976"/>
                </a:gs>
                <a:gs pos="84000">
                  <a:srgbClr val="010673"/>
                </a:gs>
                <a:gs pos="100000">
                  <a:srgbClr val="010673"/>
                </a:gs>
              </a:gsLst>
              <a:lin ang="8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cxnSp>
        <p:nvCxnSpPr>
          <p:cNvPr id="253" name="Google Shape;253;p8"/>
          <p:cNvCxnSpPr/>
          <p:nvPr/>
        </p:nvCxnSpPr>
        <p:spPr>
          <a:xfrm>
            <a:off x="1095436" y="813375"/>
            <a:ext cx="10287000" cy="0"/>
          </a:xfrm>
          <a:prstGeom prst="straightConnector1">
            <a:avLst/>
          </a:prstGeom>
          <a:noFill/>
          <a:ln cap="flat" cmpd="sng" w="9525">
            <a:solidFill>
              <a:srgbClr val="36365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4" name="Google Shape;254;p8"/>
          <p:cNvGrpSpPr/>
          <p:nvPr/>
        </p:nvGrpSpPr>
        <p:grpSpPr>
          <a:xfrm>
            <a:off x="11659067" y="6316980"/>
            <a:ext cx="427800" cy="431129"/>
            <a:chOff x="11751285" y="6413402"/>
            <a:chExt cx="335940" cy="338554"/>
          </a:xfrm>
        </p:grpSpPr>
        <p:sp>
          <p:nvSpPr>
            <p:cNvPr id="255" name="Google Shape;255;p8"/>
            <p:cNvSpPr/>
            <p:nvPr/>
          </p:nvSpPr>
          <p:spPr>
            <a:xfrm>
              <a:off x="11751285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1797078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1842872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1888665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1934458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1980252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12026045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2071838" y="64134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1751285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1797078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1842872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1888665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1934458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1980252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2026045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2071838" y="6459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1751285" y="65057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1797078" y="65057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2026045" y="65057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12071838" y="65057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11751285" y="65519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11797078" y="65519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2026045" y="65519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12071838" y="6551902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11751285" y="65980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1797078" y="65980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2026045" y="65980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2071838" y="65980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1751285" y="66442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1797078" y="66442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2026045" y="66442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2071838" y="6644236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1751285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1797078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1842872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1888665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1934458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1980252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12026045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12071838" y="6690403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11751285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11797078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11842872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11888665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11934458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11980252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12026045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12071838" y="6736569"/>
              <a:ext cx="15387" cy="153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pic>
        <p:nvPicPr>
          <p:cNvPr descr="C:\Users\HaLT15\Desktop\FPT Software Doc.png" id="303" name="Google Shape;303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400032" y="297716"/>
            <a:ext cx="596154" cy="37760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"/>
          <p:cNvSpPr txBox="1"/>
          <p:nvPr>
            <p:ph type="ctrTitle"/>
          </p:nvPr>
        </p:nvSpPr>
        <p:spPr>
          <a:xfrm>
            <a:off x="583200" y="3250800"/>
            <a:ext cx="9638486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600"/>
              <a:buFont typeface="Arial"/>
              <a:buNone/>
            </a:pPr>
            <a:r>
              <a:rPr b="0" lang="en-US" sz="3600">
                <a:latin typeface="Arial"/>
                <a:ea typeface="Arial"/>
                <a:cs typeface="Arial"/>
                <a:sym typeface="Arial"/>
              </a:rPr>
              <a:t>Lesson 3</a:t>
            </a:r>
            <a:endParaRPr/>
          </a:p>
        </p:txBody>
      </p:sp>
      <p:sp>
        <p:nvSpPr>
          <p:cNvPr id="1110" name="Google Shape;1110;p1"/>
          <p:cNvSpPr txBox="1"/>
          <p:nvPr>
            <p:ph idx="1" type="subTitle"/>
          </p:nvPr>
        </p:nvSpPr>
        <p:spPr>
          <a:xfrm>
            <a:off x="547200" y="4248000"/>
            <a:ext cx="6519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2400"/>
              <a:buNone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CAN Protocol Concepts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116" name="Google Shape;1116;p2"/>
          <p:cNvSpPr txBox="1"/>
          <p:nvPr>
            <p:ph idx="1" type="body"/>
          </p:nvPr>
        </p:nvSpPr>
        <p:spPr>
          <a:xfrm>
            <a:off x="950400" y="1065600"/>
            <a:ext cx="10461600" cy="3481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600"/>
              <a:buFont typeface="Meiryo"/>
              <a:buAutoNum type="arabicPeriod"/>
            </a:pPr>
            <a:r>
              <a:rPr lang="en-US" sz="3600"/>
              <a:t>Bit Segmentation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3600"/>
              <a:buFont typeface="Meiryo"/>
              <a:buAutoNum type="arabicPeriod"/>
            </a:pPr>
            <a:r>
              <a:rPr lang="en-US" sz="3600"/>
              <a:t>Bus Arbitration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3600"/>
              <a:buFont typeface="Meiryo"/>
              <a:buAutoNum type="arabicPeriod"/>
            </a:pPr>
            <a:r>
              <a:rPr lang="en-US" sz="3600"/>
              <a:t>Bit Stuffing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3600"/>
              <a:buFont typeface="Meiryo"/>
              <a:buAutoNum type="arabicPeriod"/>
            </a:pPr>
            <a:r>
              <a:rPr lang="en-US" sz="3600"/>
              <a:t>CAN CRC Computation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/>
              <a:t>Bit Segmentation - Topic</a:t>
            </a:r>
            <a:endParaRPr/>
          </a:p>
        </p:txBody>
      </p:sp>
      <p:sp>
        <p:nvSpPr>
          <p:cNvPr id="1122" name="Google Shape;1122;p3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What is Bit monitoring?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Explain about the 4 bit segments? (What/Why)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Distinguish between Sync (Hard sych) vs Resych (Soft sync) . Why Resync required.</a:t>
            </a:r>
            <a:endParaRPr/>
          </a:p>
        </p:txBody>
      </p:sp>
      <p:sp>
        <p:nvSpPr>
          <p:cNvPr id="1123" name="Google Shape;1123;p3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Bus Arbitration - Topic</a:t>
            </a:r>
            <a:endParaRPr/>
          </a:p>
        </p:txBody>
      </p:sp>
      <p:sp>
        <p:nvSpPr>
          <p:cNvPr id="1129" name="Google Shape;1129;p4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Present how Bus Arbitration work and its principle. (What, Why, When, How) </a:t>
            </a:r>
            <a:endParaRPr/>
          </a:p>
        </p:txBody>
      </p:sp>
      <p:sp>
        <p:nvSpPr>
          <p:cNvPr id="1130" name="Google Shape;1130;p4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5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Bit Stuffing - Topic</a:t>
            </a:r>
            <a:endParaRPr/>
          </a:p>
        </p:txBody>
      </p:sp>
      <p:sp>
        <p:nvSpPr>
          <p:cNvPr id="1136" name="Google Shape;1136;p5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Explain bit stuffing (What, Why, When, How)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Why is bit stuffing not allowed in some CAN fields such as CRC Delimiter, Ack, End of Frame, IFS,…</a:t>
            </a:r>
            <a:endParaRPr/>
          </a:p>
        </p:txBody>
      </p:sp>
      <p:sp>
        <p:nvSpPr>
          <p:cNvPr id="1137" name="Google Shape;1137;p5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b96f46ec0b_0_0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Bit Stuffing - Topic</a:t>
            </a:r>
            <a:endParaRPr/>
          </a:p>
        </p:txBody>
      </p:sp>
      <p:sp>
        <p:nvSpPr>
          <p:cNvPr id="1143" name="Google Shape;1143;g2b96f46ec0b_0_0"/>
          <p:cNvSpPr txBox="1"/>
          <p:nvPr>
            <p:ph idx="12" type="sldNum"/>
          </p:nvPr>
        </p:nvSpPr>
        <p:spPr>
          <a:xfrm>
            <a:off x="11572875" y="6385568"/>
            <a:ext cx="5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44" name="Google Shape;1144;g2b96f46ec0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938" y="1387600"/>
            <a:ext cx="8010525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b96f46ec0b_0_7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Bit Stuffing - Topic</a:t>
            </a:r>
            <a:endParaRPr/>
          </a:p>
        </p:txBody>
      </p:sp>
      <p:sp>
        <p:nvSpPr>
          <p:cNvPr id="1150" name="Google Shape;1150;g2b96f46ec0b_0_7"/>
          <p:cNvSpPr txBox="1"/>
          <p:nvPr>
            <p:ph idx="12" type="sldNum"/>
          </p:nvPr>
        </p:nvSpPr>
        <p:spPr>
          <a:xfrm>
            <a:off x="11572875" y="6385568"/>
            <a:ext cx="5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51" name="Google Shape;1151;g2b96f46ec0b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215275"/>
            <a:ext cx="8782050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b96f46ec0b_0_28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Bit Stuffing - Topic</a:t>
            </a:r>
            <a:endParaRPr/>
          </a:p>
        </p:txBody>
      </p:sp>
      <p:sp>
        <p:nvSpPr>
          <p:cNvPr id="1157" name="Google Shape;1157;g2b96f46ec0b_0_28"/>
          <p:cNvSpPr txBox="1"/>
          <p:nvPr>
            <p:ph idx="12" type="sldNum"/>
          </p:nvPr>
        </p:nvSpPr>
        <p:spPr>
          <a:xfrm>
            <a:off x="11572875" y="6385568"/>
            <a:ext cx="5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58" name="Google Shape;1158;g2b96f46ec0b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175" y="988150"/>
            <a:ext cx="8896350" cy="57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b96f46ec0b_0_13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Bit Stuffing - Topic</a:t>
            </a:r>
            <a:endParaRPr/>
          </a:p>
        </p:txBody>
      </p:sp>
      <p:sp>
        <p:nvSpPr>
          <p:cNvPr id="1164" name="Google Shape;1164;g2b96f46ec0b_0_13"/>
          <p:cNvSpPr txBox="1"/>
          <p:nvPr>
            <p:ph idx="12" type="sldNum"/>
          </p:nvPr>
        </p:nvSpPr>
        <p:spPr>
          <a:xfrm>
            <a:off x="11572875" y="6385568"/>
            <a:ext cx="5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165" name="Google Shape;1165;g2b96f46ec0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225" y="1113725"/>
            <a:ext cx="9934900" cy="55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"/>
          <p:cNvSpPr txBox="1"/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3200"/>
              <a:buFont typeface="Meiryo"/>
              <a:buNone/>
            </a:pPr>
            <a:r>
              <a:rPr lang="en-US" sz="3200"/>
              <a:t>CAN CRC Computation - Topic</a:t>
            </a:r>
            <a:endParaRPr/>
          </a:p>
        </p:txBody>
      </p:sp>
      <p:sp>
        <p:nvSpPr>
          <p:cNvPr id="1171" name="Google Shape;1171;p6"/>
          <p:cNvSpPr txBox="1"/>
          <p:nvPr>
            <p:ph idx="1" type="body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673"/>
              </a:buClr>
              <a:buSzPts val="2800"/>
              <a:buChar char="•"/>
            </a:pPr>
            <a:r>
              <a:rPr lang="en-US"/>
              <a:t>Explain </a:t>
            </a:r>
            <a:r>
              <a:rPr lang="en-US" sz="2800"/>
              <a:t>CRC Checksum Computation in CAN</a:t>
            </a:r>
            <a:r>
              <a:rPr lang="en-US"/>
              <a:t> (standard CAN Frame)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0673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2" name="Google Shape;1172;p6"/>
          <p:cNvSpPr txBox="1"/>
          <p:nvPr>
            <p:ph idx="12" type="sldNum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eiryo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" name="Google Shape;1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8000">
                <a:schemeClr val="lt1"/>
              </a:gs>
              <a:gs pos="100000">
                <a:schemeClr val="l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79" name="Google Shape;1179;p7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4000">
                <a:srgbClr val="FFFFFF">
                  <a:alpha val="0"/>
                </a:srgbClr>
              </a:gs>
              <a:gs pos="66000">
                <a:srgbClr val="FFFFFF"/>
              </a:gs>
              <a:gs pos="83000">
                <a:srgbClr val="FFFFFF"/>
              </a:gs>
              <a:gs pos="100000">
                <a:schemeClr val="lt1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descr="A close up of a logo&#10;&#10;Description generated with high confidence" id="1180" name="Google Shape;1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254481" y="0"/>
            <a:ext cx="593751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1" name="Google Shape;1181;p7"/>
          <p:cNvGrpSpPr/>
          <p:nvPr/>
        </p:nvGrpSpPr>
        <p:grpSpPr>
          <a:xfrm>
            <a:off x="533399" y="2160207"/>
            <a:ext cx="4389120" cy="2537586"/>
            <a:chOff x="533399" y="1714945"/>
            <a:chExt cx="4389120" cy="2537586"/>
          </a:xfrm>
        </p:grpSpPr>
        <p:sp>
          <p:nvSpPr>
            <p:cNvPr id="1182" name="Google Shape;1182;p7"/>
            <p:cNvSpPr txBox="1"/>
            <p:nvPr/>
          </p:nvSpPr>
          <p:spPr>
            <a:xfrm>
              <a:off x="536072" y="3329201"/>
              <a:ext cx="43864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1" i="0" lang="en-US" sz="5400" u="none" cap="none" strike="noStrike">
                  <a:solidFill>
                    <a:srgbClr val="16097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THANK YOU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3" name="Google Shape;118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399" y="1714945"/>
              <a:ext cx="4389120" cy="17140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PT_Template_2018">
  <a:themeElements>
    <a:clrScheme name="紫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2020-08-09T11:47:37Z</dcterms:created>
  <dc:creator>Đào Văn Đại</dc:creator>
</cp:coreProperties>
</file>